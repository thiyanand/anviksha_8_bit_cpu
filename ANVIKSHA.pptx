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cs typeface="Times New Roman" panose="020206030504050203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cs typeface="Times New Roman" panose="02020603050405020304" charset="0"/>
              </a:rPr>
            </a:fld>
            <a:endParaRPr lang="zh-CN" altLang="en-US">
              <a:cs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cs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cs typeface="Times New Roman" panose="02020603050405020304" charset="0"/>
              </a:rPr>
            </a:fld>
            <a:endParaRPr lang="zh-CN" altLang="en-US">
              <a:cs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Times New Roman" panose="02020603050405020304" charset="0"/>
              </a:defRPr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Times New Roman" panose="02020603050405020304" charset="0"/>
              </a:defRPr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Times New Roman" panose="020206030504050203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i="0" u="none" kern="1200">
          <a:solidFill>
            <a:srgbClr val="000000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800" b="0" i="0" u="none" kern="1200">
          <a:solidFill>
            <a:srgbClr val="404040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ANVIKSHA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8 - Bit Central Processing Unit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1: Power Supply (FOUNDATION)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04620"/>
            <a:ext cx="10515600" cy="4351338"/>
          </a:xfrm>
        </p:spPr>
        <p:txBody>
          <a:bodyPr>
            <a:noAutofit/>
          </a:bodyPr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Set up 5V regulated supply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7805 + capacitors OR USB 5V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Connect +5V and GND rails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Add 0.1µF capacitor near every IC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Add a power LED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✔ Measure 5V using multimeter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✔ No IC should heat up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Don’t move forward if power isn’t stable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2: Clock Circuit (HEARTBEAT)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Build 555 timer astable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Add potentiometer for speed control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Add push-button single-step clock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Clock LED output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✔ LED blinks slow/fast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✔ Push button → 1 pulse = 1 blink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🟢 You must be able to pause and single-step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3: 8-BIT DATA BUS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Create 8 parallel bus lines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Label D0–D7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Add LEDs + resistors (optional but recommended)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Use 74LS245 for bus control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Drive bus with switches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LEDs reflect correct value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⚠️ Only ONE output may drive bus at a time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4: Register A (FIRST STORAGE)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22070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Use 74LS173 / 74HC173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Inputs ← data bus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Output → bus (via tri-state)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Add LOAD and ENABLE signals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Put value on bus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LOAD → value stored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ENABLE → value appears on bus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This proves your CPU can remember data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6: ALU (MATH ENGINE)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Build adder (74LS181 ×2 or 74LS283)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Inputs from Register A &amp; B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Output → data bus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Capture Carry &amp; Zero flags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3 + 4 → 7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Carry LED lights correctly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This is the soul of your CPU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7: Program Counter (PC)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Use 74LS161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Increment every instruction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Output → address bus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Add RESET &amp; LOAD (jump)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✔ Counts 0 → 255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✔ Reset works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8: Instruction Register (IR)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Load instruction from memory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Upper 4 bits → opcode</a:t>
            </a:r>
            <a:endParaRPr lang="en-US" sz="28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u="none">
                <a:solidFill>
                  <a:srgbClr val="404040"/>
                </a:solidFill>
              </a:rPr>
              <a:t>Lower 4 bits → operand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404040"/>
                </a:solidFill>
              </a:rPr>
              <a:t>✔ Instruction stays stable while executing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9: Control Unit (BRAIN)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18895"/>
            <a:ext cx="10515600" cy="4351338"/>
          </a:xfrm>
        </p:spPr>
        <p:txBody>
          <a:bodyPr>
            <a:normAutofit fontScale="25000"/>
          </a:bodyPr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200" u="none">
                <a:solidFill>
                  <a:srgbClr val="404040"/>
                </a:solidFill>
              </a:rPr>
              <a:t>What to do:</a:t>
            </a:r>
            <a:endParaRPr lang="en-US" sz="112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1200" u="none">
                <a:solidFill>
                  <a:srgbClr val="404040"/>
                </a:solidFill>
              </a:rPr>
              <a:t>Use EEPROM (AT28C16)</a:t>
            </a:r>
            <a:endParaRPr lang="en-US" sz="112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1200" u="none">
                <a:solidFill>
                  <a:srgbClr val="404040"/>
                </a:solidFill>
              </a:rPr>
              <a:t>Address = opcode + step counter</a:t>
            </a:r>
            <a:endParaRPr lang="en-US" sz="112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1200" u="none">
                <a:solidFill>
                  <a:srgbClr val="404040"/>
                </a:solidFill>
              </a:rPr>
              <a:t>Output = control signals</a:t>
            </a:r>
            <a:endParaRPr lang="en-US" sz="11200" u="none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1200" u="none">
                <a:solidFill>
                  <a:srgbClr val="404040"/>
                </a:solidFill>
              </a:rPr>
              <a:t>Generate:</a:t>
            </a:r>
            <a:endParaRPr lang="en-US" sz="11200" u="none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7200"/>
              <a:t>Register load</a:t>
            </a:r>
            <a:endParaRPr lang="en-US" sz="7200"/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7200"/>
              <a:t>ALU select</a:t>
            </a:r>
            <a:endParaRPr lang="en-US" sz="7200"/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7200"/>
              <a:t>PC increment</a:t>
            </a:r>
            <a:endParaRPr lang="en-US" sz="7200"/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7200"/>
              <a:t>Memory read</a:t>
            </a:r>
            <a:endParaRPr lang="en-US" sz="7200"/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200" u="none">
                <a:solidFill>
                  <a:srgbClr val="404040"/>
                </a:solidFill>
              </a:rPr>
              <a:t>Test:</a:t>
            </a:r>
            <a:endParaRPr lang="en-US" sz="112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200" u="none">
                <a:solidFill>
                  <a:srgbClr val="404040"/>
                </a:solidFill>
              </a:rPr>
              <a:t>✔ Correct signals per clock step</a:t>
            </a:r>
            <a:endParaRPr lang="en-US" sz="11200" u="none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200" u="none">
                <a:solidFill>
                  <a:srgbClr val="404040"/>
                </a:solidFill>
              </a:rPr>
              <a:t>⚠️ This step needs patience</a:t>
            </a:r>
            <a:endParaRPr lang="en-US" sz="112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10: Memory (PROGRAM STORAGE)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ROM → instructions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RAM → data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Address from PC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Data → bus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CPU fetches correct instruction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u="none">
                <a:solidFill>
                  <a:srgbClr val="000000"/>
                </a:solidFill>
              </a:rPr>
              <a:t>STEP 11: Output Register</a:t>
            </a:r>
            <a:endParaRPr lang="en-US" sz="3600" u="none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What to do: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Capture bus value</a:t>
            </a:r>
            <a:endParaRPr lang="en-US" sz="2800" u="none">
              <a:solidFill>
                <a:srgbClr val="404040"/>
              </a:solidFill>
            </a:endParaRPr>
          </a:p>
          <a:p>
            <a:r>
              <a:rPr lang="en-US" sz="2800" u="none">
                <a:solidFill>
                  <a:srgbClr val="404040"/>
                </a:solidFill>
              </a:rPr>
              <a:t>Display on LEDs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Test:</a:t>
            </a:r>
            <a:endParaRPr lang="en-US" sz="2800" u="none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sz="2800" u="none">
                <a:solidFill>
                  <a:srgbClr val="404040"/>
                </a:solidFill>
              </a:rPr>
              <a:t>✔ OUT instruction works</a:t>
            </a:r>
            <a:endParaRPr lang="en-US" sz="2800" u="none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2047</Words>
  <Application>WPS Presentation</Application>
  <PresentationFormat>宽屏</PresentationFormat>
  <Paragraphs>119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Arial Black</vt:lpstr>
      <vt:lpstr>Microsoft YaHei</vt:lpstr>
      <vt:lpstr>Droid Sans Fallback</vt:lpstr>
      <vt:lpstr>Arial Unicode MS</vt:lpstr>
      <vt:lpstr>SimSun</vt:lpstr>
      <vt:lpstr>DejaVu Sans</vt:lpstr>
      <vt:lpstr>Noto Sans Symbols2</vt:lpstr>
      <vt:lpstr>OpenSymbol</vt:lpstr>
      <vt:lpstr>Office Theme</vt:lpstr>
      <vt:lpstr>ANVIKSHA</vt:lpstr>
      <vt:lpstr>STEP 1: Power Supply (FOUNDATION)</vt:lpstr>
      <vt:lpstr>STEP 2: Clock Circuit (HEARTBEAT)</vt:lpstr>
      <vt:lpstr>STEP 3: 8-BIT DATA BUS</vt:lpstr>
      <vt:lpstr>STEP 4: Register A (FIRST STORAGE)</vt:lpstr>
      <vt:lpstr>STEP 6: ALU (MATH ENGINE)</vt:lpstr>
      <vt:lpstr>STEP 7: Program Counter (PC)</vt:lpstr>
      <vt:lpstr>STEP 8: Instruction Register (IR)</vt:lpstr>
      <vt:lpstr>STEP 9: Control Unit (BRAIN)</vt:lpstr>
      <vt:lpstr>STEP 10: Memory (PROGRAM STORAGE)</vt:lpstr>
      <vt:lpstr>STEP 11: Output Register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thiyanand-m</cp:lastModifiedBy>
  <cp:revision>21</cp:revision>
  <dcterms:created xsi:type="dcterms:W3CDTF">2026-01-29T07:17:56Z</dcterms:created>
  <dcterms:modified xsi:type="dcterms:W3CDTF">2026-01-29T07:17:56Z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