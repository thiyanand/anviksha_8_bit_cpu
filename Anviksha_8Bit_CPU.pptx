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69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E36596-BD76-4CE5-BC31-AB493A7DEB23}" v="248" dt="2026-02-26T05:43:38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yanand M" userId="b1f21a7015c3b176" providerId="LiveId" clId="{BCEE5294-D376-4CD1-9170-4DF2AF96391C}"/>
    <pc:docChg chg="undo custSel addSld delSld modSld sldOrd modMainMaster">
      <pc:chgData name="Thiyanand M" userId="b1f21a7015c3b176" providerId="LiveId" clId="{BCEE5294-D376-4CD1-9170-4DF2AF96391C}" dt="2026-02-26T05:43:38.852" v="3065" actId="313"/>
      <pc:docMkLst>
        <pc:docMk/>
      </pc:docMkLst>
      <pc:sldChg chg="addSp delSp modSp mod modTransition setBg">
        <pc:chgData name="Thiyanand M" userId="b1f21a7015c3b176" providerId="LiveId" clId="{BCEE5294-D376-4CD1-9170-4DF2AF96391C}" dt="2026-02-22T06:22:51.402" v="1999" actId="1035"/>
        <pc:sldMkLst>
          <pc:docMk/>
          <pc:sldMk cId="3555589514" sldId="256"/>
        </pc:sldMkLst>
        <pc:spChg chg="mod">
          <ac:chgData name="Thiyanand M" userId="b1f21a7015c3b176" providerId="LiveId" clId="{BCEE5294-D376-4CD1-9170-4DF2AF96391C}" dt="2026-02-11T09:58:35.079" v="136" actId="1076"/>
          <ac:spMkLst>
            <pc:docMk/>
            <pc:sldMk cId="3555589514" sldId="256"/>
            <ac:spMk id="2" creationId="{CB8E986B-DFCA-5AE1-A9A3-F5C804A50D09}"/>
          </ac:spMkLst>
        </pc:spChg>
        <pc:spChg chg="mod">
          <ac:chgData name="Thiyanand M" userId="b1f21a7015c3b176" providerId="LiveId" clId="{BCEE5294-D376-4CD1-9170-4DF2AF96391C}" dt="2026-02-22T06:22:51.402" v="1999" actId="1035"/>
          <ac:spMkLst>
            <pc:docMk/>
            <pc:sldMk cId="3555589514" sldId="256"/>
            <ac:spMk id="3" creationId="{CAA5B8F1-8CD4-29FD-7B9A-EF2CF219B572}"/>
          </ac:spMkLst>
        </pc:spChg>
        <pc:spChg chg="add mod">
          <ac:chgData name="Thiyanand M" userId="b1f21a7015c3b176" providerId="LiveId" clId="{BCEE5294-D376-4CD1-9170-4DF2AF96391C}" dt="2026-02-22T05:49:10.185" v="824" actId="1076"/>
          <ac:spMkLst>
            <pc:docMk/>
            <pc:sldMk cId="3555589514" sldId="256"/>
            <ac:spMk id="18" creationId="{B9DE8643-1BB8-3166-FF9F-15718487A78B}"/>
          </ac:spMkLst>
        </pc:spChg>
        <pc:spChg chg="add mod">
          <ac:chgData name="Thiyanand M" userId="b1f21a7015c3b176" providerId="LiveId" clId="{BCEE5294-D376-4CD1-9170-4DF2AF96391C}" dt="2026-02-22T05:49:10.185" v="824" actId="1076"/>
          <ac:spMkLst>
            <pc:docMk/>
            <pc:sldMk cId="3555589514" sldId="256"/>
            <ac:spMk id="19" creationId="{6D8F9A09-DE74-5E81-5623-16A189328F04}"/>
          </ac:spMkLst>
        </pc:spChg>
        <pc:spChg chg="add mod">
          <ac:chgData name="Thiyanand M" userId="b1f21a7015c3b176" providerId="LiveId" clId="{BCEE5294-D376-4CD1-9170-4DF2AF96391C}" dt="2026-02-22T05:48:51.441" v="814" actId="1076"/>
          <ac:spMkLst>
            <pc:docMk/>
            <pc:sldMk cId="3555589514" sldId="256"/>
            <ac:spMk id="20" creationId="{BB7A1EBB-C601-F6B0-6B1E-3E110405926D}"/>
          </ac:spMkLst>
        </pc:spChg>
        <pc:graphicFrameChg chg="add mod modGraphic">
          <ac:chgData name="Thiyanand M" userId="b1f21a7015c3b176" providerId="LiveId" clId="{BCEE5294-D376-4CD1-9170-4DF2AF96391C}" dt="2026-02-11T10:02:07.006" v="301"/>
          <ac:graphicFrameMkLst>
            <pc:docMk/>
            <pc:sldMk cId="3555589514" sldId="256"/>
            <ac:graphicFrameMk id="6" creationId="{AFC82D91-B439-CAFF-6511-97AD24CD4824}"/>
          </ac:graphicFrameMkLst>
        </pc:graphicFrameChg>
        <pc:picChg chg="add mod">
          <ac:chgData name="Thiyanand M" userId="b1f21a7015c3b176" providerId="LiveId" clId="{BCEE5294-D376-4CD1-9170-4DF2AF96391C}" dt="2026-02-11T09:57:09.707" v="113" actId="1076"/>
          <ac:picMkLst>
            <pc:docMk/>
            <pc:sldMk cId="3555589514" sldId="256"/>
            <ac:picMk id="5" creationId="{F815D12E-D278-B5C0-8725-827FCA7DC1B8}"/>
          </ac:picMkLst>
        </pc:picChg>
        <pc:cxnChg chg="add mod">
          <ac:chgData name="Thiyanand M" userId="b1f21a7015c3b176" providerId="LiveId" clId="{BCEE5294-D376-4CD1-9170-4DF2AF96391C}" dt="2026-02-11T10:02:42.130" v="305" actId="13822"/>
          <ac:cxnSpMkLst>
            <pc:docMk/>
            <pc:sldMk cId="3555589514" sldId="256"/>
            <ac:cxnSpMk id="10" creationId="{36065422-9DCE-7D2A-12EF-D5287F6F8C01}"/>
          </ac:cxnSpMkLst>
        </pc:cxnChg>
        <pc:cxnChg chg="add mod">
          <ac:chgData name="Thiyanand M" userId="b1f21a7015c3b176" providerId="LiveId" clId="{BCEE5294-D376-4CD1-9170-4DF2AF96391C}" dt="2026-02-11T10:03:10.587" v="353" actId="1038"/>
          <ac:cxnSpMkLst>
            <pc:docMk/>
            <pc:sldMk cId="3555589514" sldId="256"/>
            <ac:cxnSpMk id="11" creationId="{387B2FB6-EBAB-6DDF-387D-5D37790EE053}"/>
          </ac:cxnSpMkLst>
        </pc:cxnChg>
      </pc:sldChg>
      <pc:sldChg chg="addSp delSp modSp new mod ord">
        <pc:chgData name="Thiyanand M" userId="b1f21a7015c3b176" providerId="LiveId" clId="{BCEE5294-D376-4CD1-9170-4DF2AF96391C}" dt="2026-02-22T06:41:34.985" v="2620"/>
        <pc:sldMkLst>
          <pc:docMk/>
          <pc:sldMk cId="2434847237" sldId="257"/>
        </pc:sldMkLst>
        <pc:spChg chg="mod">
          <ac:chgData name="Thiyanand M" userId="b1f21a7015c3b176" providerId="LiveId" clId="{BCEE5294-D376-4CD1-9170-4DF2AF96391C}" dt="2026-02-22T05:39:29.829" v="438" actId="20577"/>
          <ac:spMkLst>
            <pc:docMk/>
            <pc:sldMk cId="2434847237" sldId="257"/>
            <ac:spMk id="2" creationId="{E69A30C4-A6B2-101F-BC9D-849D65871747}"/>
          </ac:spMkLst>
        </pc:spChg>
        <pc:spChg chg="add del mod">
          <ac:chgData name="Thiyanand M" userId="b1f21a7015c3b176" providerId="LiveId" clId="{BCEE5294-D376-4CD1-9170-4DF2AF96391C}" dt="2026-02-22T05:50:53.765" v="842" actId="12"/>
          <ac:spMkLst>
            <pc:docMk/>
            <pc:sldMk cId="2434847237" sldId="257"/>
            <ac:spMk id="3" creationId="{780B2835-27F8-5DAE-C823-4760E334B712}"/>
          </ac:spMkLst>
        </pc:spChg>
        <pc:spChg chg="add mod">
          <ac:chgData name="Thiyanand M" userId="b1f21a7015c3b176" providerId="LiveId" clId="{BCEE5294-D376-4CD1-9170-4DF2AF96391C}" dt="2026-02-22T05:50:48.041" v="841" actId="20577"/>
          <ac:spMkLst>
            <pc:docMk/>
            <pc:sldMk cId="2434847237" sldId="257"/>
            <ac:spMk id="9" creationId="{CBB63DFB-7740-192F-7B49-5D6F6818850F}"/>
          </ac:spMkLst>
        </pc:spChg>
        <pc:spChg chg="add mod">
          <ac:chgData name="Thiyanand M" userId="b1f21a7015c3b176" providerId="LiveId" clId="{BCEE5294-D376-4CD1-9170-4DF2AF96391C}" dt="2026-02-22T05:51:32.404" v="849" actId="12"/>
          <ac:spMkLst>
            <pc:docMk/>
            <pc:sldMk cId="2434847237" sldId="257"/>
            <ac:spMk id="10" creationId="{59271A3B-CE23-D635-7084-D95A4D0D487B}"/>
          </ac:spMkLst>
        </pc:spChg>
        <pc:picChg chg="add del mod">
          <ac:chgData name="Thiyanand M" userId="b1f21a7015c3b176" providerId="LiveId" clId="{BCEE5294-D376-4CD1-9170-4DF2AF96391C}" dt="2026-02-22T05:52:00.502" v="855" actId="21"/>
          <ac:picMkLst>
            <pc:docMk/>
            <pc:sldMk cId="2434847237" sldId="257"/>
            <ac:picMk id="11" creationId="{B930521F-5568-50FB-87A3-5375C0F369A2}"/>
          </ac:picMkLst>
        </pc:picChg>
      </pc:sldChg>
      <pc:sldChg chg="addSp modSp new mod">
        <pc:chgData name="Thiyanand M" userId="b1f21a7015c3b176" providerId="LiveId" clId="{BCEE5294-D376-4CD1-9170-4DF2AF96391C}" dt="2026-02-22T06:24:48.141" v="2003" actId="20577"/>
        <pc:sldMkLst>
          <pc:docMk/>
          <pc:sldMk cId="2889280700" sldId="258"/>
        </pc:sldMkLst>
        <pc:spChg chg="add mod">
          <ac:chgData name="Thiyanand M" userId="b1f21a7015c3b176" providerId="LiveId" clId="{BCEE5294-D376-4CD1-9170-4DF2AF96391C}" dt="2026-02-22T05:42:29.525" v="773" actId="1076"/>
          <ac:spMkLst>
            <pc:docMk/>
            <pc:sldMk cId="2889280700" sldId="258"/>
            <ac:spMk id="7" creationId="{D40D93D0-D5FB-13C5-9568-B8F2ABADDEF9}"/>
          </ac:spMkLst>
        </pc:spChg>
        <pc:spChg chg="add mod">
          <ac:chgData name="Thiyanand M" userId="b1f21a7015c3b176" providerId="LiveId" clId="{BCEE5294-D376-4CD1-9170-4DF2AF96391C}" dt="2026-02-22T05:55:17.173" v="978" actId="27636"/>
          <ac:spMkLst>
            <pc:docMk/>
            <pc:sldMk cId="2889280700" sldId="258"/>
            <ac:spMk id="8" creationId="{116FA60A-641B-9669-B784-23240E66CE5D}"/>
          </ac:spMkLst>
        </pc:spChg>
        <pc:graphicFrameChg chg="add mod modGraphic">
          <ac:chgData name="Thiyanand M" userId="b1f21a7015c3b176" providerId="LiveId" clId="{BCEE5294-D376-4CD1-9170-4DF2AF96391C}" dt="2026-02-22T06:24:48.141" v="2003" actId="20577"/>
          <ac:graphicFrameMkLst>
            <pc:docMk/>
            <pc:sldMk cId="2889280700" sldId="258"/>
            <ac:graphicFrameMk id="3" creationId="{7B131A9D-607C-64A2-C3F5-450D410835C2}"/>
          </ac:graphicFrameMkLst>
        </pc:graphicFrameChg>
        <pc:picChg chg="add mod">
          <ac:chgData name="Thiyanand M" userId="b1f21a7015c3b176" providerId="LiveId" clId="{BCEE5294-D376-4CD1-9170-4DF2AF96391C}" dt="2026-02-22T05:52:03.216" v="856"/>
          <ac:picMkLst>
            <pc:docMk/>
            <pc:sldMk cId="2889280700" sldId="258"/>
            <ac:picMk id="2" creationId="{8576A33A-DEC5-1AE2-7A6A-AEA1CCC516E0}"/>
          </ac:picMkLst>
        </pc:picChg>
      </pc:sldChg>
      <pc:sldChg chg="addSp delSp modSp add mod">
        <pc:chgData name="Thiyanand M" userId="b1f21a7015c3b176" providerId="LiveId" clId="{BCEE5294-D376-4CD1-9170-4DF2AF96391C}" dt="2026-02-25T14:12:42.570" v="2942" actId="1035"/>
        <pc:sldMkLst>
          <pc:docMk/>
          <pc:sldMk cId="3584800173" sldId="259"/>
        </pc:sldMkLst>
        <pc:spChg chg="mod">
          <ac:chgData name="Thiyanand M" userId="b1f21a7015c3b176" providerId="LiveId" clId="{BCEE5294-D376-4CD1-9170-4DF2AF96391C}" dt="2026-02-22T06:06:03.460" v="1305" actId="20577"/>
          <ac:spMkLst>
            <pc:docMk/>
            <pc:sldMk cId="3584800173" sldId="259"/>
            <ac:spMk id="2" creationId="{EBCD4262-5A25-1F95-38E5-5317F47A4683}"/>
          </ac:spMkLst>
        </pc:spChg>
        <pc:spChg chg="mod">
          <ac:chgData name="Thiyanand M" userId="b1f21a7015c3b176" providerId="LiveId" clId="{BCEE5294-D376-4CD1-9170-4DF2AF96391C}" dt="2026-02-22T06:14:55.712" v="1868" actId="5793"/>
          <ac:spMkLst>
            <pc:docMk/>
            <pc:sldMk cId="3584800173" sldId="259"/>
            <ac:spMk id="3" creationId="{94CD4B4D-75F7-9AC3-9751-FE95FC9321BF}"/>
          </ac:spMkLst>
        </pc:spChg>
        <pc:graphicFrameChg chg="add mod modGraphic">
          <ac:chgData name="Thiyanand M" userId="b1f21a7015c3b176" providerId="LiveId" clId="{BCEE5294-D376-4CD1-9170-4DF2AF96391C}" dt="2026-02-22T06:13:48.977" v="1823" actId="207"/>
          <ac:graphicFrameMkLst>
            <pc:docMk/>
            <pc:sldMk cId="3584800173" sldId="259"/>
            <ac:graphicFrameMk id="7" creationId="{532A90EE-10ED-3241-CBC1-D6D523A5CF6B}"/>
          </ac:graphicFrameMkLst>
        </pc:graphicFrameChg>
        <pc:graphicFrameChg chg="add mod modGraphic">
          <ac:chgData name="Thiyanand M" userId="b1f21a7015c3b176" providerId="LiveId" clId="{BCEE5294-D376-4CD1-9170-4DF2AF96391C}" dt="2026-02-25T14:12:42.570" v="2942" actId="1035"/>
          <ac:graphicFrameMkLst>
            <pc:docMk/>
            <pc:sldMk cId="3584800173" sldId="259"/>
            <ac:graphicFrameMk id="8" creationId="{FBB3EFCC-30CC-A83F-1DBC-2998C2D7FA4C}"/>
          </ac:graphicFrameMkLst>
        </pc:graphicFrameChg>
      </pc:sldChg>
      <pc:sldChg chg="addSp delSp modSp add mod">
        <pc:chgData name="Thiyanand M" userId="b1f21a7015c3b176" providerId="LiveId" clId="{BCEE5294-D376-4CD1-9170-4DF2AF96391C}" dt="2026-02-22T06:18:54.261" v="1941" actId="1036"/>
        <pc:sldMkLst>
          <pc:docMk/>
          <pc:sldMk cId="878523415" sldId="260"/>
        </pc:sldMkLst>
        <pc:spChg chg="mod">
          <ac:chgData name="Thiyanand M" userId="b1f21a7015c3b176" providerId="LiveId" clId="{BCEE5294-D376-4CD1-9170-4DF2AF96391C}" dt="2026-02-22T06:16:46.967" v="1924" actId="20577"/>
          <ac:spMkLst>
            <pc:docMk/>
            <pc:sldMk cId="878523415" sldId="260"/>
            <ac:spMk id="2" creationId="{F84649CE-CC3F-A9CB-03F2-9BB5A97D01FD}"/>
          </ac:spMkLst>
        </pc:spChg>
        <pc:picChg chg="add mod">
          <ac:chgData name="Thiyanand M" userId="b1f21a7015c3b176" providerId="LiveId" clId="{BCEE5294-D376-4CD1-9170-4DF2AF96391C}" dt="2026-02-22T06:18:54.261" v="1941" actId="1036"/>
          <ac:picMkLst>
            <pc:docMk/>
            <pc:sldMk cId="878523415" sldId="260"/>
            <ac:picMk id="6" creationId="{CB4681F0-A82C-9B4C-12E9-78CDB5688219}"/>
          </ac:picMkLst>
        </pc:picChg>
      </pc:sldChg>
      <pc:sldChg chg="delSp modSp add mod">
        <pc:chgData name="Thiyanand M" userId="b1f21a7015c3b176" providerId="LiveId" clId="{BCEE5294-D376-4CD1-9170-4DF2AF96391C}" dt="2026-02-25T15:20:25.629" v="3017" actId="21"/>
        <pc:sldMkLst>
          <pc:docMk/>
          <pc:sldMk cId="1656733973" sldId="261"/>
        </pc:sldMkLst>
        <pc:spChg chg="mod">
          <ac:chgData name="Thiyanand M" userId="b1f21a7015c3b176" providerId="LiveId" clId="{BCEE5294-D376-4CD1-9170-4DF2AF96391C}" dt="2026-02-22T06:19:29.243" v="1976" actId="313"/>
          <ac:spMkLst>
            <pc:docMk/>
            <pc:sldMk cId="1656733973" sldId="261"/>
            <ac:spMk id="2" creationId="{B53108E0-6019-0FAA-8A3D-50E5DFC4EC11}"/>
          </ac:spMkLst>
        </pc:spChg>
        <pc:spChg chg="del mod">
          <ac:chgData name="Thiyanand M" userId="b1f21a7015c3b176" providerId="LiveId" clId="{BCEE5294-D376-4CD1-9170-4DF2AF96391C}" dt="2026-02-25T15:20:25.629" v="3017" actId="21"/>
          <ac:spMkLst>
            <pc:docMk/>
            <pc:sldMk cId="1656733973" sldId="261"/>
            <ac:spMk id="3" creationId="{B8BDD6A1-B0C1-2C27-06A1-5CE08338CB9B}"/>
          </ac:spMkLst>
        </pc:spChg>
        <pc:graphicFrameChg chg="mod modGraphic">
          <ac:chgData name="Thiyanand M" userId="b1f21a7015c3b176" providerId="LiveId" clId="{BCEE5294-D376-4CD1-9170-4DF2AF96391C}" dt="2026-02-25T15:20:20.859" v="3016" actId="1076"/>
          <ac:graphicFrameMkLst>
            <pc:docMk/>
            <pc:sldMk cId="1656733973" sldId="261"/>
            <ac:graphicFrameMk id="4" creationId="{E14ACBF6-6225-D018-A1CD-E11BEB394C61}"/>
          </ac:graphicFrameMkLst>
        </pc:graphicFrameChg>
      </pc:sldChg>
      <pc:sldChg chg="addSp delSp modSp add mod">
        <pc:chgData name="Thiyanand M" userId="b1f21a7015c3b176" providerId="LiveId" clId="{BCEE5294-D376-4CD1-9170-4DF2AF96391C}" dt="2026-02-22T06:26:58.779" v="2042" actId="20577"/>
        <pc:sldMkLst>
          <pc:docMk/>
          <pc:sldMk cId="51335309" sldId="262"/>
        </pc:sldMkLst>
        <pc:spChg chg="mod">
          <ac:chgData name="Thiyanand M" userId="b1f21a7015c3b176" providerId="LiveId" clId="{BCEE5294-D376-4CD1-9170-4DF2AF96391C}" dt="2026-02-22T06:26:58.779" v="2042" actId="20577"/>
          <ac:spMkLst>
            <pc:docMk/>
            <pc:sldMk cId="51335309" sldId="262"/>
            <ac:spMk id="2" creationId="{EFE14DA7-D486-D870-B882-9A90BC301CBA}"/>
          </ac:spMkLst>
        </pc:spChg>
      </pc:sldChg>
      <pc:sldChg chg="addSp modSp add mod">
        <pc:chgData name="Thiyanand M" userId="b1f21a7015c3b176" providerId="LiveId" clId="{BCEE5294-D376-4CD1-9170-4DF2AF96391C}" dt="2026-02-25T11:23:04.482" v="2651" actId="14100"/>
        <pc:sldMkLst>
          <pc:docMk/>
          <pc:sldMk cId="488782501" sldId="263"/>
        </pc:sldMkLst>
        <pc:spChg chg="mod">
          <ac:chgData name="Thiyanand M" userId="b1f21a7015c3b176" providerId="LiveId" clId="{BCEE5294-D376-4CD1-9170-4DF2AF96391C}" dt="2026-02-22T06:26:55.076" v="2041" actId="20577"/>
          <ac:spMkLst>
            <pc:docMk/>
            <pc:sldMk cId="488782501" sldId="263"/>
            <ac:spMk id="2" creationId="{4658B2ED-89DE-164D-3E2D-63A7FF6AA39C}"/>
          </ac:spMkLst>
        </pc:spChg>
        <pc:picChg chg="add mod modCrop">
          <ac:chgData name="Thiyanand M" userId="b1f21a7015c3b176" providerId="LiveId" clId="{BCEE5294-D376-4CD1-9170-4DF2AF96391C}" dt="2026-02-25T11:23:04.482" v="2651" actId="14100"/>
          <ac:picMkLst>
            <pc:docMk/>
            <pc:sldMk cId="488782501" sldId="263"/>
            <ac:picMk id="3" creationId="{749E7C9C-53C2-FA7A-1380-382EA2F71154}"/>
          </ac:picMkLst>
        </pc:picChg>
      </pc:sldChg>
      <pc:sldChg chg="modSp add mod">
        <pc:chgData name="Thiyanand M" userId="b1f21a7015c3b176" providerId="LiveId" clId="{BCEE5294-D376-4CD1-9170-4DF2AF96391C}" dt="2026-02-22T06:27:07.467" v="2055" actId="20577"/>
        <pc:sldMkLst>
          <pc:docMk/>
          <pc:sldMk cId="3840149679" sldId="264"/>
        </pc:sldMkLst>
        <pc:spChg chg="mod">
          <ac:chgData name="Thiyanand M" userId="b1f21a7015c3b176" providerId="LiveId" clId="{BCEE5294-D376-4CD1-9170-4DF2AF96391C}" dt="2026-02-22T06:27:07.467" v="2055" actId="20577"/>
          <ac:spMkLst>
            <pc:docMk/>
            <pc:sldMk cId="3840149679" sldId="264"/>
            <ac:spMk id="2" creationId="{3B53E2B8-CA7B-3A65-82CB-9A474AFB7196}"/>
          </ac:spMkLst>
        </pc:spChg>
      </pc:sldChg>
      <pc:sldChg chg="addSp delSp modSp add mod ord">
        <pc:chgData name="Thiyanand M" userId="b1f21a7015c3b176" providerId="LiveId" clId="{BCEE5294-D376-4CD1-9170-4DF2AF96391C}" dt="2026-02-25T11:21:49.039" v="2645"/>
        <pc:sldMkLst>
          <pc:docMk/>
          <pc:sldMk cId="2037455605" sldId="265"/>
        </pc:sldMkLst>
        <pc:spChg chg="mod">
          <ac:chgData name="Thiyanand M" userId="b1f21a7015c3b176" providerId="LiveId" clId="{BCEE5294-D376-4CD1-9170-4DF2AF96391C}" dt="2026-02-22T06:27:22.862" v="2078" actId="20577"/>
          <ac:spMkLst>
            <pc:docMk/>
            <pc:sldMk cId="2037455605" sldId="265"/>
            <ac:spMk id="2" creationId="{11A8F224-0C2D-2655-7ACC-08A1EC8D37E7}"/>
          </ac:spMkLst>
        </pc:spChg>
        <pc:spChg chg="add mod">
          <ac:chgData name="Thiyanand M" userId="b1f21a7015c3b176" providerId="LiveId" clId="{BCEE5294-D376-4CD1-9170-4DF2AF96391C}" dt="2026-02-22T06:32:12.852" v="2265" actId="20577"/>
          <ac:spMkLst>
            <pc:docMk/>
            <pc:sldMk cId="2037455605" sldId="265"/>
            <ac:spMk id="4" creationId="{8010FD20-A86C-F039-E7B6-5336D42CD567}"/>
          </ac:spMkLst>
        </pc:spChg>
        <pc:graphicFrameChg chg="add mod modGraphic">
          <ac:chgData name="Thiyanand M" userId="b1f21a7015c3b176" providerId="LiveId" clId="{BCEE5294-D376-4CD1-9170-4DF2AF96391C}" dt="2026-02-23T09:58:12.392" v="2641" actId="1076"/>
          <ac:graphicFrameMkLst>
            <pc:docMk/>
            <pc:sldMk cId="2037455605" sldId="265"/>
            <ac:graphicFrameMk id="3" creationId="{1BE75910-EB01-22F8-6326-DFB8062F7E58}"/>
          </ac:graphicFrameMkLst>
        </pc:graphicFrameChg>
        <pc:graphicFrameChg chg="add mod modGraphic">
          <ac:chgData name="Thiyanand M" userId="b1f21a7015c3b176" providerId="LiveId" clId="{BCEE5294-D376-4CD1-9170-4DF2AF96391C}" dt="2026-02-23T09:58:03.429" v="2639" actId="122"/>
          <ac:graphicFrameMkLst>
            <pc:docMk/>
            <pc:sldMk cId="2037455605" sldId="265"/>
            <ac:graphicFrameMk id="5" creationId="{1CE4AA8D-19FC-E908-AE31-4D56F2221E3B}"/>
          </ac:graphicFrameMkLst>
        </pc:graphicFrameChg>
        <pc:graphicFrameChg chg="add mod modGraphic">
          <ac:chgData name="Thiyanand M" userId="b1f21a7015c3b176" providerId="LiveId" clId="{BCEE5294-D376-4CD1-9170-4DF2AF96391C}" dt="2026-02-22T06:36:05.844" v="2436" actId="1076"/>
          <ac:graphicFrameMkLst>
            <pc:docMk/>
            <pc:sldMk cId="2037455605" sldId="265"/>
            <ac:graphicFrameMk id="6" creationId="{27794DCC-3584-85EE-CFB8-18DC549AB6C4}"/>
          </ac:graphicFrameMkLst>
        </pc:graphicFrameChg>
      </pc:sldChg>
      <pc:sldChg chg="addSp delSp modSp add mod">
        <pc:chgData name="Thiyanand M" userId="b1f21a7015c3b176" providerId="LiveId" clId="{BCEE5294-D376-4CD1-9170-4DF2AF96391C}" dt="2026-02-22T06:40:16.227" v="2618" actId="313"/>
        <pc:sldMkLst>
          <pc:docMk/>
          <pc:sldMk cId="3551380211" sldId="266"/>
        </pc:sldMkLst>
        <pc:spChg chg="mod">
          <ac:chgData name="Thiyanand M" userId="b1f21a7015c3b176" providerId="LiveId" clId="{BCEE5294-D376-4CD1-9170-4DF2AF96391C}" dt="2026-02-22T06:37:51.880" v="2454" actId="20577"/>
          <ac:spMkLst>
            <pc:docMk/>
            <pc:sldMk cId="3551380211" sldId="266"/>
            <ac:spMk id="2" creationId="{56F1F982-DF88-6091-9188-3F1FB6CFA59E}"/>
          </ac:spMkLst>
        </pc:spChg>
        <pc:spChg chg="add mod">
          <ac:chgData name="Thiyanand M" userId="b1f21a7015c3b176" providerId="LiveId" clId="{BCEE5294-D376-4CD1-9170-4DF2AF96391C}" dt="2026-02-22T06:40:16.227" v="2618" actId="313"/>
          <ac:spMkLst>
            <pc:docMk/>
            <pc:sldMk cId="3551380211" sldId="266"/>
            <ac:spMk id="13" creationId="{F8C97D13-6A6E-6E77-6003-AB7E7EA5DEEE}"/>
          </ac:spMkLst>
        </pc:spChg>
      </pc:sldChg>
      <pc:sldChg chg="modSp new mod">
        <pc:chgData name="Thiyanand M" userId="b1f21a7015c3b176" providerId="LiveId" clId="{BCEE5294-D376-4CD1-9170-4DF2AF96391C}" dt="2026-02-25T13:31:48.073" v="2940" actId="20577"/>
        <pc:sldMkLst>
          <pc:docMk/>
          <pc:sldMk cId="324097794" sldId="267"/>
        </pc:sldMkLst>
        <pc:spChg chg="mod">
          <ac:chgData name="Thiyanand M" userId="b1f21a7015c3b176" providerId="LiveId" clId="{BCEE5294-D376-4CD1-9170-4DF2AF96391C}" dt="2026-02-25T13:23:51.542" v="2938" actId="1076"/>
          <ac:spMkLst>
            <pc:docMk/>
            <pc:sldMk cId="324097794" sldId="267"/>
            <ac:spMk id="2" creationId="{B9EF2C35-94C6-3AE0-E612-79B132F9424E}"/>
          </ac:spMkLst>
        </pc:spChg>
        <pc:spChg chg="mod">
          <ac:chgData name="Thiyanand M" userId="b1f21a7015c3b176" providerId="LiveId" clId="{BCEE5294-D376-4CD1-9170-4DF2AF96391C}" dt="2026-02-25T13:31:48.073" v="2940" actId="20577"/>
          <ac:spMkLst>
            <pc:docMk/>
            <pc:sldMk cId="324097794" sldId="267"/>
            <ac:spMk id="3" creationId="{5B23E8E3-C5C8-B54B-E068-B2C49AC125D0}"/>
          </ac:spMkLst>
        </pc:spChg>
      </pc:sldChg>
      <pc:sldChg chg="addSp modSp new mod">
        <pc:chgData name="Thiyanand M" userId="b1f21a7015c3b176" providerId="LiveId" clId="{BCEE5294-D376-4CD1-9170-4DF2AF96391C}" dt="2026-02-25T15:20:31.569" v="3019" actId="1076"/>
        <pc:sldMkLst>
          <pc:docMk/>
          <pc:sldMk cId="3711379695" sldId="268"/>
        </pc:sldMkLst>
        <pc:spChg chg="add mod">
          <ac:chgData name="Thiyanand M" userId="b1f21a7015c3b176" providerId="LiveId" clId="{BCEE5294-D376-4CD1-9170-4DF2AF96391C}" dt="2026-02-25T15:20:31.569" v="3019" actId="1076"/>
          <ac:spMkLst>
            <pc:docMk/>
            <pc:sldMk cId="3711379695" sldId="268"/>
            <ac:spMk id="5" creationId="{B8BDD6A1-B0C1-2C27-06A1-5CE08338CB9B}"/>
          </ac:spMkLst>
        </pc:spChg>
        <pc:graphicFrameChg chg="add mod modGraphic">
          <ac:chgData name="Thiyanand M" userId="b1f21a7015c3b176" providerId="LiveId" clId="{BCEE5294-D376-4CD1-9170-4DF2AF96391C}" dt="2026-02-25T15:19:44.068" v="3012" actId="21"/>
          <ac:graphicFrameMkLst>
            <pc:docMk/>
            <pc:sldMk cId="3711379695" sldId="268"/>
            <ac:graphicFrameMk id="4" creationId="{D5DB00E8-2359-3290-F888-FC91823481A0}"/>
          </ac:graphicFrameMkLst>
        </pc:graphicFrameChg>
      </pc:sldChg>
      <pc:sldChg chg="addSp modSp new mod">
        <pc:chgData name="Thiyanand M" userId="b1f21a7015c3b176" providerId="LiveId" clId="{BCEE5294-D376-4CD1-9170-4DF2AF96391C}" dt="2026-02-26T05:43:38.852" v="3065" actId="313"/>
        <pc:sldMkLst>
          <pc:docMk/>
          <pc:sldMk cId="1121546792" sldId="269"/>
        </pc:sldMkLst>
        <pc:spChg chg="add mod">
          <ac:chgData name="Thiyanand M" userId="b1f21a7015c3b176" providerId="LiveId" clId="{BCEE5294-D376-4CD1-9170-4DF2AF96391C}" dt="2026-02-26T05:43:09.618" v="3047" actId="1076"/>
          <ac:spMkLst>
            <pc:docMk/>
            <pc:sldMk cId="1121546792" sldId="269"/>
            <ac:spMk id="10" creationId="{137FD9FA-3350-6893-6710-40B510FF2C01}"/>
          </ac:spMkLst>
        </pc:spChg>
        <pc:spChg chg="add mod">
          <ac:chgData name="Thiyanand M" userId="b1f21a7015c3b176" providerId="LiveId" clId="{BCEE5294-D376-4CD1-9170-4DF2AF96391C}" dt="2026-02-26T05:43:38.852" v="3065" actId="313"/>
          <ac:spMkLst>
            <pc:docMk/>
            <pc:sldMk cId="1121546792" sldId="269"/>
            <ac:spMk id="12" creationId="{5AB92D5B-1A18-C167-6469-5969041B091E}"/>
          </ac:spMkLst>
        </pc:spChg>
        <pc:graphicFrameChg chg="add mod">
          <ac:chgData name="Thiyanand M" userId="b1f21a7015c3b176" providerId="LiveId" clId="{BCEE5294-D376-4CD1-9170-4DF2AF96391C}" dt="2026-02-26T05:37:13.601" v="3021"/>
          <ac:graphicFrameMkLst>
            <pc:docMk/>
            <pc:sldMk cId="1121546792" sldId="269"/>
            <ac:graphicFrameMk id="4" creationId="{2DF450B1-DFB8-DFAD-DC59-231E408AFD9D}"/>
          </ac:graphicFrameMkLst>
        </pc:graphicFrameChg>
        <pc:graphicFrameChg chg="add mod">
          <ac:chgData name="Thiyanand M" userId="b1f21a7015c3b176" providerId="LiveId" clId="{BCEE5294-D376-4CD1-9170-4DF2AF96391C}" dt="2026-02-26T05:37:13.601" v="3021"/>
          <ac:graphicFrameMkLst>
            <pc:docMk/>
            <pc:sldMk cId="1121546792" sldId="269"/>
            <ac:graphicFrameMk id="5" creationId="{60C17526-8EC1-6118-AEB3-D98B30353A8E}"/>
          </ac:graphicFrameMkLst>
        </pc:graphicFrameChg>
        <pc:graphicFrameChg chg="add mod">
          <ac:chgData name="Thiyanand M" userId="b1f21a7015c3b176" providerId="LiveId" clId="{BCEE5294-D376-4CD1-9170-4DF2AF96391C}" dt="2026-02-26T05:37:13.601" v="3021"/>
          <ac:graphicFrameMkLst>
            <pc:docMk/>
            <pc:sldMk cId="1121546792" sldId="269"/>
            <ac:graphicFrameMk id="6" creationId="{E593D094-40D5-FA80-BB84-0311F9A27170}"/>
          </ac:graphicFrameMkLst>
        </pc:graphicFrameChg>
        <pc:graphicFrameChg chg="add mod">
          <ac:chgData name="Thiyanand M" userId="b1f21a7015c3b176" providerId="LiveId" clId="{BCEE5294-D376-4CD1-9170-4DF2AF96391C}" dt="2026-02-26T05:37:13.601" v="3021"/>
          <ac:graphicFrameMkLst>
            <pc:docMk/>
            <pc:sldMk cId="1121546792" sldId="269"/>
            <ac:graphicFrameMk id="7" creationId="{EAD2484B-D13F-4DE1-BD83-AE71AC7FA0FB}"/>
          </ac:graphicFrameMkLst>
        </pc:graphicFrameChg>
        <pc:graphicFrameChg chg="add mod">
          <ac:chgData name="Thiyanand M" userId="b1f21a7015c3b176" providerId="LiveId" clId="{BCEE5294-D376-4CD1-9170-4DF2AF96391C}" dt="2026-02-26T05:37:13.601" v="3021"/>
          <ac:graphicFrameMkLst>
            <pc:docMk/>
            <pc:sldMk cId="1121546792" sldId="269"/>
            <ac:graphicFrameMk id="8" creationId="{6A1ABDAE-A73D-8694-DC3F-1AF9F41586F2}"/>
          </ac:graphicFrameMkLst>
        </pc:graphicFrameChg>
        <pc:graphicFrameChg chg="add mod modGraphic">
          <ac:chgData name="Thiyanand M" userId="b1f21a7015c3b176" providerId="LiveId" clId="{BCEE5294-D376-4CD1-9170-4DF2AF96391C}" dt="2026-02-26T05:42:58.046" v="3046" actId="20577"/>
          <ac:graphicFrameMkLst>
            <pc:docMk/>
            <pc:sldMk cId="1121546792" sldId="269"/>
            <ac:graphicFrameMk id="9" creationId="{1ACF6D2D-EB6F-8302-5B75-6189C95F1A96}"/>
          </ac:graphicFrameMkLst>
        </pc:graphicFrameChg>
        <pc:picChg chg="add mod">
          <ac:chgData name="Thiyanand M" userId="b1f21a7015c3b176" providerId="LiveId" clId="{BCEE5294-D376-4CD1-9170-4DF2AF96391C}" dt="2026-02-26T05:38:17.387" v="3036"/>
          <ac:picMkLst>
            <pc:docMk/>
            <pc:sldMk cId="1121546792" sldId="269"/>
            <ac:picMk id="11" creationId="{2B4861B3-3F13-7144-CC91-2050A322AE96}"/>
          </ac:picMkLst>
        </pc:picChg>
      </pc:sldChg>
      <pc:sldChg chg="addSp modSp new del mod">
        <pc:chgData name="Thiyanand M" userId="b1f21a7015c3b176" providerId="LiveId" clId="{BCEE5294-D376-4CD1-9170-4DF2AF96391C}" dt="2026-02-25T15:17:37.272" v="2993" actId="680"/>
        <pc:sldMkLst>
          <pc:docMk/>
          <pc:sldMk cId="2712485746" sldId="269"/>
        </pc:sldMkLst>
        <pc:graphicFrameChg chg="add mod modGraphic">
          <ac:chgData name="Thiyanand M" userId="b1f21a7015c3b176" providerId="LiveId" clId="{BCEE5294-D376-4CD1-9170-4DF2AF96391C}" dt="2026-02-25T15:17:35.420" v="2992" actId="1076"/>
          <ac:graphicFrameMkLst>
            <pc:docMk/>
            <pc:sldMk cId="2712485746" sldId="269"/>
            <ac:graphicFrameMk id="4" creationId="{C71F2786-410C-5FC1-9276-C50FBB2031B1}"/>
          </ac:graphicFrameMkLst>
        </pc:graphicFrameChg>
      </pc:sldChg>
      <pc:sldMasterChg chg="modTransition setBg modSldLayout">
        <pc:chgData name="Thiyanand M" userId="b1f21a7015c3b176" providerId="LiveId" clId="{BCEE5294-D376-4CD1-9170-4DF2AF96391C}" dt="2026-02-11T10:08:46.820" v="358"/>
        <pc:sldMasterMkLst>
          <pc:docMk/>
          <pc:sldMasterMk cId="3148177390" sldId="2147483672"/>
        </pc:sldMasterMkLst>
        <pc:sldLayoutChg chg="modTransition setBg">
          <pc:chgData name="Thiyanand M" userId="b1f21a7015c3b176" providerId="LiveId" clId="{BCEE5294-D376-4CD1-9170-4DF2AF96391C}" dt="2026-02-11T10:08:46.820" v="358"/>
          <pc:sldLayoutMkLst>
            <pc:docMk/>
            <pc:sldMasterMk cId="3148177390" sldId="2147483672"/>
            <pc:sldLayoutMk cId="1613726970" sldId="2147483673"/>
          </pc:sldLayoutMkLst>
        </pc:sldLayoutChg>
        <pc:sldLayoutChg chg="modTransition setBg">
          <pc:chgData name="Thiyanand M" userId="b1f21a7015c3b176" providerId="LiveId" clId="{BCEE5294-D376-4CD1-9170-4DF2AF96391C}" dt="2026-02-11T10:08:46.820" v="358"/>
          <pc:sldLayoutMkLst>
            <pc:docMk/>
            <pc:sldMasterMk cId="3148177390" sldId="2147483672"/>
            <pc:sldLayoutMk cId="63536454" sldId="2147483674"/>
          </pc:sldLayoutMkLst>
        </pc:sldLayoutChg>
        <pc:sldLayoutChg chg="modTransition setBg">
          <pc:chgData name="Thiyanand M" userId="b1f21a7015c3b176" providerId="LiveId" clId="{BCEE5294-D376-4CD1-9170-4DF2AF96391C}" dt="2026-02-11T10:08:46.820" v="358"/>
          <pc:sldLayoutMkLst>
            <pc:docMk/>
            <pc:sldMasterMk cId="3148177390" sldId="2147483672"/>
            <pc:sldLayoutMk cId="1640612310" sldId="2147483675"/>
          </pc:sldLayoutMkLst>
        </pc:sldLayoutChg>
        <pc:sldLayoutChg chg="modTransition setBg">
          <pc:chgData name="Thiyanand M" userId="b1f21a7015c3b176" providerId="LiveId" clId="{BCEE5294-D376-4CD1-9170-4DF2AF96391C}" dt="2026-02-11T10:08:46.820" v="358"/>
          <pc:sldLayoutMkLst>
            <pc:docMk/>
            <pc:sldMasterMk cId="3148177390" sldId="2147483672"/>
            <pc:sldLayoutMk cId="14695187" sldId="2147483676"/>
          </pc:sldLayoutMkLst>
        </pc:sldLayoutChg>
        <pc:sldLayoutChg chg="modTransition setBg">
          <pc:chgData name="Thiyanand M" userId="b1f21a7015c3b176" providerId="LiveId" clId="{BCEE5294-D376-4CD1-9170-4DF2AF96391C}" dt="2026-02-11T10:08:46.820" v="358"/>
          <pc:sldLayoutMkLst>
            <pc:docMk/>
            <pc:sldMasterMk cId="3148177390" sldId="2147483672"/>
            <pc:sldLayoutMk cId="682281864" sldId="2147483677"/>
          </pc:sldLayoutMkLst>
        </pc:sldLayoutChg>
        <pc:sldLayoutChg chg="modTransition setBg">
          <pc:chgData name="Thiyanand M" userId="b1f21a7015c3b176" providerId="LiveId" clId="{BCEE5294-D376-4CD1-9170-4DF2AF96391C}" dt="2026-02-11T10:08:46.820" v="358"/>
          <pc:sldLayoutMkLst>
            <pc:docMk/>
            <pc:sldMasterMk cId="3148177390" sldId="2147483672"/>
            <pc:sldLayoutMk cId="1247872292" sldId="2147483678"/>
          </pc:sldLayoutMkLst>
        </pc:sldLayoutChg>
        <pc:sldLayoutChg chg="modTransition setBg">
          <pc:chgData name="Thiyanand M" userId="b1f21a7015c3b176" providerId="LiveId" clId="{BCEE5294-D376-4CD1-9170-4DF2AF96391C}" dt="2026-02-11T10:08:46.820" v="358"/>
          <pc:sldLayoutMkLst>
            <pc:docMk/>
            <pc:sldMasterMk cId="3148177390" sldId="2147483672"/>
            <pc:sldLayoutMk cId="3718067465" sldId="2147483679"/>
          </pc:sldLayoutMkLst>
        </pc:sldLayoutChg>
        <pc:sldLayoutChg chg="modTransition setBg">
          <pc:chgData name="Thiyanand M" userId="b1f21a7015c3b176" providerId="LiveId" clId="{BCEE5294-D376-4CD1-9170-4DF2AF96391C}" dt="2026-02-11T10:08:46.820" v="358"/>
          <pc:sldLayoutMkLst>
            <pc:docMk/>
            <pc:sldMasterMk cId="3148177390" sldId="2147483672"/>
            <pc:sldLayoutMk cId="4121450217" sldId="2147483680"/>
          </pc:sldLayoutMkLst>
        </pc:sldLayoutChg>
        <pc:sldLayoutChg chg="modTransition setBg">
          <pc:chgData name="Thiyanand M" userId="b1f21a7015c3b176" providerId="LiveId" clId="{BCEE5294-D376-4CD1-9170-4DF2AF96391C}" dt="2026-02-11T10:08:46.820" v="358"/>
          <pc:sldLayoutMkLst>
            <pc:docMk/>
            <pc:sldMasterMk cId="3148177390" sldId="2147483672"/>
            <pc:sldLayoutMk cId="3608466410" sldId="2147483681"/>
          </pc:sldLayoutMkLst>
        </pc:sldLayoutChg>
        <pc:sldLayoutChg chg="modTransition setBg">
          <pc:chgData name="Thiyanand M" userId="b1f21a7015c3b176" providerId="LiveId" clId="{BCEE5294-D376-4CD1-9170-4DF2AF96391C}" dt="2026-02-11T10:08:46.820" v="358"/>
          <pc:sldLayoutMkLst>
            <pc:docMk/>
            <pc:sldMasterMk cId="3148177390" sldId="2147483672"/>
            <pc:sldLayoutMk cId="3707684334" sldId="2147483682"/>
          </pc:sldLayoutMkLst>
        </pc:sldLayoutChg>
        <pc:sldLayoutChg chg="modTransition setBg">
          <pc:chgData name="Thiyanand M" userId="b1f21a7015c3b176" providerId="LiveId" clId="{BCEE5294-D376-4CD1-9170-4DF2AF96391C}" dt="2026-02-11T10:08:46.820" v="358"/>
          <pc:sldLayoutMkLst>
            <pc:docMk/>
            <pc:sldMasterMk cId="3148177390" sldId="2147483672"/>
            <pc:sldLayoutMk cId="3035223160" sldId="2147483683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5A220C-DB0F-48A6-8CBF-3D53CF3631F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FBEFCEC-4AA9-47C5-A56C-803E1DE15D2E}">
      <dgm:prSet phldrT="[Text]" phldr="0" custT="1"/>
      <dgm:spPr/>
      <dgm:t>
        <a:bodyPr/>
        <a:lstStyle/>
        <a:p>
          <a:r>
            <a:rPr lang="en-IN" sz="9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Design &amp; Logic Implementation</a:t>
          </a:r>
        </a:p>
      </dgm:t>
    </dgm:pt>
    <dgm:pt modelId="{68594F4C-3FD8-4DA8-91AC-916D3D8C11F8}" type="parTrans" cxnId="{FFAA4008-7E56-481A-8985-DE9E9D6A3ADE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EA5690E-4429-41AD-81F6-D5BF0A5DEB4A}" type="sibTrans" cxnId="{FFAA4008-7E56-481A-8985-DE9E9D6A3ADE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8DF5686-FF5C-470F-9163-45B73D5C67C6}">
      <dgm:prSet phldrT="[Text]" phldr="0"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Using Logisim Evolution Software for Design and Logics Implementation.</a:t>
          </a:r>
        </a:p>
      </dgm:t>
    </dgm:pt>
    <dgm:pt modelId="{358F4C03-B45B-4A7B-A6E7-CBE049C15A12}" type="parTrans" cxnId="{9E52C8C6-465F-4965-A6CA-C2D91BA8B633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69425-C18D-41AB-B20A-A508947D72A4}" type="sibTrans" cxnId="{9E52C8C6-465F-4965-A6CA-C2D91BA8B633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CC8182-381F-46C5-B949-0F06461DB891}">
      <dgm:prSet phldrT="[Text]" phldr="0" custT="1"/>
      <dgm:spPr/>
      <dgm:t>
        <a:bodyPr/>
        <a:lstStyle/>
        <a:p>
          <a:r>
            <a:rPr lang="en-IN" sz="9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HDL Simulation</a:t>
          </a:r>
        </a:p>
      </dgm:t>
    </dgm:pt>
    <dgm:pt modelId="{45F8C034-0341-4634-9A7F-6E44452FB7D8}" type="parTrans" cxnId="{C6678B3F-F220-4861-84C0-CBEC5AF5D9FB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9F6C82-76FF-452C-8372-3AE0E1B13A1B}" type="sibTrans" cxnId="{C6678B3F-F220-4861-84C0-CBEC5AF5D9FB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8881F9-806C-4792-9716-C8ACAF5A1B23}">
      <dgm:prSet phldrT="[Text]" phldr="0"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Using Verilog (HDL) for RTL Design and Functional Simulation (Virtuoso)</a:t>
          </a:r>
        </a:p>
      </dgm:t>
    </dgm:pt>
    <dgm:pt modelId="{382FE8BE-0081-4352-BED8-4D10956972B1}" type="parTrans" cxnId="{2FA7D2ED-9C48-4B7D-9CAF-0414F4AC0277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514A20-2C73-4116-94B9-F0395345B274}" type="sibTrans" cxnId="{2FA7D2ED-9C48-4B7D-9CAF-0414F4AC0277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653B68-04D8-4201-B201-D6241FF84AC6}">
      <dgm:prSet phldrT="[Text]" phldr="0" custT="1"/>
      <dgm:spPr/>
      <dgm:t>
        <a:bodyPr/>
        <a:lstStyle/>
        <a:p>
          <a:r>
            <a:rPr lang="en-IN" sz="9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Schematics</a:t>
          </a:r>
        </a:p>
      </dgm:t>
    </dgm:pt>
    <dgm:pt modelId="{525DDA20-E04D-4FE1-8425-C2B74AC4B496}" type="parTrans" cxnId="{BBBAF128-0D91-45FF-9BD6-573D0FF957DE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23B381-89D8-4108-ACFF-12E2C9050D68}" type="sibTrans" cxnId="{BBBAF128-0D91-45FF-9BD6-573D0FF957DE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01BEDA-01A9-4732-9D39-41B8172C027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Using </a:t>
          </a:r>
          <a:r>
            <a:rPr lang="en-IN" err="1">
              <a:latin typeface="Times New Roman" panose="02020603050405020304" pitchFamily="18" charset="0"/>
              <a:cs typeface="Times New Roman" panose="02020603050405020304" pitchFamily="18" charset="0"/>
            </a:rPr>
            <a:t>KiCad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 Software for Electrical Rules Check (ERC)</a:t>
          </a:r>
        </a:p>
      </dgm:t>
    </dgm:pt>
    <dgm:pt modelId="{F9160DCF-B667-48FC-A7C3-9B3108063D2B}" type="parTrans" cxnId="{B434D2A3-0A41-43F7-9EB3-7AACE2975BAB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D7D8BCE-398C-44C2-A30C-7DEE666DC03E}" type="sibTrans" cxnId="{B434D2A3-0A41-43F7-9EB3-7AACE2975BAB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50264D7-7847-4007-92B7-9FAFF929DCBD}">
      <dgm:prSet phldrT="[Text]" phldr="0" custT="1"/>
      <dgm:spPr/>
      <dgm:t>
        <a:bodyPr/>
        <a:lstStyle/>
        <a:p>
          <a:r>
            <a:rPr lang="en-IN" sz="9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Breadboarding</a:t>
          </a:r>
        </a:p>
      </dgm:t>
    </dgm:pt>
    <dgm:pt modelId="{D3B03D9A-ECCB-43ED-935D-50FAE21DE5DF}" type="parTrans" cxnId="{BED0A56A-B7E9-4F7D-BFB1-33FB6772EEF4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D9E9162-D4C4-48BA-9914-86F577DB4C36}" type="sibTrans" cxnId="{BED0A56A-B7E9-4F7D-BFB1-33FB6772EEF4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3101A3-2736-4F7B-9A55-C47FECD860D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Stage where you verify the “Proof of Concept"</a:t>
          </a:r>
        </a:p>
      </dgm:t>
    </dgm:pt>
    <dgm:pt modelId="{542DF842-1842-4327-A136-CF11F4A40ABB}" type="parTrans" cxnId="{B82F16B8-FB06-4FCC-9512-A434C5CC5CBB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A3860B-7ABF-4466-9DA1-E77851825942}" type="sibTrans" cxnId="{B82F16B8-FB06-4FCC-9512-A434C5CC5CBB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C4D8FE-2C1D-449E-97B5-2E2BAE0F68D3}" type="pres">
      <dgm:prSet presAssocID="{0F5A220C-DB0F-48A6-8CBF-3D53CF3631F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3AC2746D-8CDA-4B64-8F24-F6E13766FA49}" type="pres">
      <dgm:prSet presAssocID="{7FBEFCEC-4AA9-47C5-A56C-803E1DE15D2E}" presName="composite" presStyleCnt="0"/>
      <dgm:spPr/>
    </dgm:pt>
    <dgm:pt modelId="{DF7EAD6C-0DAA-41DA-BD3D-C1E6F74FBD25}" type="pres">
      <dgm:prSet presAssocID="{7FBEFCEC-4AA9-47C5-A56C-803E1DE15D2E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D1D655B-1321-428A-8650-E2298A2D7902}" type="pres">
      <dgm:prSet presAssocID="{7FBEFCEC-4AA9-47C5-A56C-803E1DE15D2E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0C00073-7CE8-4776-A049-DC69D6FA9E27}" type="pres">
      <dgm:prSet presAssocID="{EEA5690E-4429-41AD-81F6-D5BF0A5DEB4A}" presName="sp" presStyleCnt="0"/>
      <dgm:spPr/>
    </dgm:pt>
    <dgm:pt modelId="{90D70187-6AE4-4E11-899C-B4E2E16221A4}" type="pres">
      <dgm:prSet presAssocID="{94CC8182-381F-46C5-B949-0F06461DB891}" presName="composite" presStyleCnt="0"/>
      <dgm:spPr/>
    </dgm:pt>
    <dgm:pt modelId="{C5C9F1DF-23FC-42E1-823B-8276BE5615FD}" type="pres">
      <dgm:prSet presAssocID="{94CC8182-381F-46C5-B949-0F06461DB891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3C36D24-6B7D-4F2E-BDB8-92361A882324}" type="pres">
      <dgm:prSet presAssocID="{94CC8182-381F-46C5-B949-0F06461DB891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033FD99-85FD-45FD-A743-58D5837FE556}" type="pres">
      <dgm:prSet presAssocID="{219F6C82-76FF-452C-8372-3AE0E1B13A1B}" presName="sp" presStyleCnt="0"/>
      <dgm:spPr/>
    </dgm:pt>
    <dgm:pt modelId="{E8E0158E-7108-4B64-A560-53C3B8D24E15}" type="pres">
      <dgm:prSet presAssocID="{63653B68-04D8-4201-B201-D6241FF84AC6}" presName="composite" presStyleCnt="0"/>
      <dgm:spPr/>
    </dgm:pt>
    <dgm:pt modelId="{C3923826-C033-420B-BA86-97E628D2777E}" type="pres">
      <dgm:prSet presAssocID="{63653B68-04D8-4201-B201-D6241FF84AC6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8B9C1D5-01A3-43EA-8C79-F1D48F3171A3}" type="pres">
      <dgm:prSet presAssocID="{63653B68-04D8-4201-B201-D6241FF84AC6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45BB5FA-39D3-4503-8906-4250844986AE}" type="pres">
      <dgm:prSet presAssocID="{7F23B381-89D8-4108-ACFF-12E2C9050D68}" presName="sp" presStyleCnt="0"/>
      <dgm:spPr/>
    </dgm:pt>
    <dgm:pt modelId="{FB083F03-B6BD-4546-B2B9-2D672314B68F}" type="pres">
      <dgm:prSet presAssocID="{950264D7-7847-4007-92B7-9FAFF929DCBD}" presName="composite" presStyleCnt="0"/>
      <dgm:spPr/>
    </dgm:pt>
    <dgm:pt modelId="{4CACF1D1-074A-4840-8C02-04104D7D31B8}" type="pres">
      <dgm:prSet presAssocID="{950264D7-7847-4007-92B7-9FAFF929DCBD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4018583-F499-4925-B51A-13E444868A16}" type="pres">
      <dgm:prSet presAssocID="{950264D7-7847-4007-92B7-9FAFF929DCBD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B434D2A3-0A41-43F7-9EB3-7AACE2975BAB}" srcId="{63653B68-04D8-4201-B201-D6241FF84AC6}" destId="{1F01BEDA-01A9-4732-9D39-41B8172C027D}" srcOrd="0" destOrd="0" parTransId="{F9160DCF-B667-48FC-A7C3-9B3108063D2B}" sibTransId="{0D7D8BCE-398C-44C2-A30C-7DEE666DC03E}"/>
    <dgm:cxn modelId="{A65348D0-55CC-47AA-8CB8-A00115A60330}" type="presOf" srcId="{94CC8182-381F-46C5-B949-0F06461DB891}" destId="{C5C9F1DF-23FC-42E1-823B-8276BE5615FD}" srcOrd="0" destOrd="0" presId="urn:microsoft.com/office/officeart/2005/8/layout/chevron2"/>
    <dgm:cxn modelId="{067909ED-5928-436F-9E98-834E5AF90D73}" type="presOf" srcId="{FB8881F9-806C-4792-9716-C8ACAF5A1B23}" destId="{E3C36D24-6B7D-4F2E-BDB8-92361A882324}" srcOrd="0" destOrd="0" presId="urn:microsoft.com/office/officeart/2005/8/layout/chevron2"/>
    <dgm:cxn modelId="{93AB6A9E-AF5F-4695-A23C-08D37AC78436}" type="presOf" srcId="{58DF5686-FF5C-470F-9163-45B73D5C67C6}" destId="{7D1D655B-1321-428A-8650-E2298A2D7902}" srcOrd="0" destOrd="0" presId="urn:microsoft.com/office/officeart/2005/8/layout/chevron2"/>
    <dgm:cxn modelId="{90413CD4-FC9D-4247-9C8C-AEE2D8FD0FAD}" type="presOf" srcId="{1F01BEDA-01A9-4732-9D39-41B8172C027D}" destId="{F8B9C1D5-01A3-43EA-8C79-F1D48F3171A3}" srcOrd="0" destOrd="0" presId="urn:microsoft.com/office/officeart/2005/8/layout/chevron2"/>
    <dgm:cxn modelId="{BED0A56A-B7E9-4F7D-BFB1-33FB6772EEF4}" srcId="{0F5A220C-DB0F-48A6-8CBF-3D53CF3631FE}" destId="{950264D7-7847-4007-92B7-9FAFF929DCBD}" srcOrd="3" destOrd="0" parTransId="{D3B03D9A-ECCB-43ED-935D-50FAE21DE5DF}" sibTransId="{DD9E9162-D4C4-48BA-9914-86F577DB4C36}"/>
    <dgm:cxn modelId="{6275FA3A-43DA-4EC6-84F3-996018D71020}" type="presOf" srcId="{63653B68-04D8-4201-B201-D6241FF84AC6}" destId="{C3923826-C033-420B-BA86-97E628D2777E}" srcOrd="0" destOrd="0" presId="urn:microsoft.com/office/officeart/2005/8/layout/chevron2"/>
    <dgm:cxn modelId="{AF43C44E-86E9-41CE-8ED9-1BF6C7526B47}" type="presOf" srcId="{7FBEFCEC-4AA9-47C5-A56C-803E1DE15D2E}" destId="{DF7EAD6C-0DAA-41DA-BD3D-C1E6F74FBD25}" srcOrd="0" destOrd="0" presId="urn:microsoft.com/office/officeart/2005/8/layout/chevron2"/>
    <dgm:cxn modelId="{2FA7D2ED-9C48-4B7D-9CAF-0414F4AC0277}" srcId="{94CC8182-381F-46C5-B949-0F06461DB891}" destId="{FB8881F9-806C-4792-9716-C8ACAF5A1B23}" srcOrd="0" destOrd="0" parTransId="{382FE8BE-0081-4352-BED8-4D10956972B1}" sibTransId="{6F514A20-2C73-4116-94B9-F0395345B274}"/>
    <dgm:cxn modelId="{C6678B3F-F220-4861-84C0-CBEC5AF5D9FB}" srcId="{0F5A220C-DB0F-48A6-8CBF-3D53CF3631FE}" destId="{94CC8182-381F-46C5-B949-0F06461DB891}" srcOrd="1" destOrd="0" parTransId="{45F8C034-0341-4634-9A7F-6E44452FB7D8}" sibTransId="{219F6C82-76FF-452C-8372-3AE0E1B13A1B}"/>
    <dgm:cxn modelId="{FFAA4008-7E56-481A-8985-DE9E9D6A3ADE}" srcId="{0F5A220C-DB0F-48A6-8CBF-3D53CF3631FE}" destId="{7FBEFCEC-4AA9-47C5-A56C-803E1DE15D2E}" srcOrd="0" destOrd="0" parTransId="{68594F4C-3FD8-4DA8-91AC-916D3D8C11F8}" sibTransId="{EEA5690E-4429-41AD-81F6-D5BF0A5DEB4A}"/>
    <dgm:cxn modelId="{B82F16B8-FB06-4FCC-9512-A434C5CC5CBB}" srcId="{950264D7-7847-4007-92B7-9FAFF929DCBD}" destId="{933101A3-2736-4F7B-9A55-C47FECD860D7}" srcOrd="0" destOrd="0" parTransId="{542DF842-1842-4327-A136-CF11F4A40ABB}" sibTransId="{B0A3860B-7ABF-4466-9DA1-E77851825942}"/>
    <dgm:cxn modelId="{3A24A3A9-4B1D-412D-B50F-130AA8156899}" type="presOf" srcId="{0F5A220C-DB0F-48A6-8CBF-3D53CF3631FE}" destId="{DAC4D8FE-2C1D-449E-97B5-2E2BAE0F68D3}" srcOrd="0" destOrd="0" presId="urn:microsoft.com/office/officeart/2005/8/layout/chevron2"/>
    <dgm:cxn modelId="{5D740625-1993-489D-96B5-9BE2B4946FD7}" type="presOf" srcId="{950264D7-7847-4007-92B7-9FAFF929DCBD}" destId="{4CACF1D1-074A-4840-8C02-04104D7D31B8}" srcOrd="0" destOrd="0" presId="urn:microsoft.com/office/officeart/2005/8/layout/chevron2"/>
    <dgm:cxn modelId="{9E52C8C6-465F-4965-A6CA-C2D91BA8B633}" srcId="{7FBEFCEC-4AA9-47C5-A56C-803E1DE15D2E}" destId="{58DF5686-FF5C-470F-9163-45B73D5C67C6}" srcOrd="0" destOrd="0" parTransId="{358F4C03-B45B-4A7B-A6E7-CBE049C15A12}" sibTransId="{9D469425-C18D-41AB-B20A-A508947D72A4}"/>
    <dgm:cxn modelId="{BBBAF128-0D91-45FF-9BD6-573D0FF957DE}" srcId="{0F5A220C-DB0F-48A6-8CBF-3D53CF3631FE}" destId="{63653B68-04D8-4201-B201-D6241FF84AC6}" srcOrd="2" destOrd="0" parTransId="{525DDA20-E04D-4FE1-8425-C2B74AC4B496}" sibTransId="{7F23B381-89D8-4108-ACFF-12E2C9050D68}"/>
    <dgm:cxn modelId="{D8CB6491-2EB9-499F-87A9-F532986FCDFD}" type="presOf" srcId="{933101A3-2736-4F7B-9A55-C47FECD860D7}" destId="{A4018583-F499-4925-B51A-13E444868A16}" srcOrd="0" destOrd="0" presId="urn:microsoft.com/office/officeart/2005/8/layout/chevron2"/>
    <dgm:cxn modelId="{85552BFF-7CC8-4E99-B9B3-DB218E0E3458}" type="presParOf" srcId="{DAC4D8FE-2C1D-449E-97B5-2E2BAE0F68D3}" destId="{3AC2746D-8CDA-4B64-8F24-F6E13766FA49}" srcOrd="0" destOrd="0" presId="urn:microsoft.com/office/officeart/2005/8/layout/chevron2"/>
    <dgm:cxn modelId="{441F5696-99A1-499F-8FAA-3EC745AD1379}" type="presParOf" srcId="{3AC2746D-8CDA-4B64-8F24-F6E13766FA49}" destId="{DF7EAD6C-0DAA-41DA-BD3D-C1E6F74FBD25}" srcOrd="0" destOrd="0" presId="urn:microsoft.com/office/officeart/2005/8/layout/chevron2"/>
    <dgm:cxn modelId="{92468BAE-F3A7-4B49-A4E5-C88C871C68D4}" type="presParOf" srcId="{3AC2746D-8CDA-4B64-8F24-F6E13766FA49}" destId="{7D1D655B-1321-428A-8650-E2298A2D7902}" srcOrd="1" destOrd="0" presId="urn:microsoft.com/office/officeart/2005/8/layout/chevron2"/>
    <dgm:cxn modelId="{CD302ACE-A099-419E-9D07-B84618729ADC}" type="presParOf" srcId="{DAC4D8FE-2C1D-449E-97B5-2E2BAE0F68D3}" destId="{40C00073-7CE8-4776-A049-DC69D6FA9E27}" srcOrd="1" destOrd="0" presId="urn:microsoft.com/office/officeart/2005/8/layout/chevron2"/>
    <dgm:cxn modelId="{683944E4-B53D-4D57-AF6D-7656CA2E7419}" type="presParOf" srcId="{DAC4D8FE-2C1D-449E-97B5-2E2BAE0F68D3}" destId="{90D70187-6AE4-4E11-899C-B4E2E16221A4}" srcOrd="2" destOrd="0" presId="urn:microsoft.com/office/officeart/2005/8/layout/chevron2"/>
    <dgm:cxn modelId="{F62D969D-CFDE-4A3D-8481-8AB7DBBBF313}" type="presParOf" srcId="{90D70187-6AE4-4E11-899C-B4E2E16221A4}" destId="{C5C9F1DF-23FC-42E1-823B-8276BE5615FD}" srcOrd="0" destOrd="0" presId="urn:microsoft.com/office/officeart/2005/8/layout/chevron2"/>
    <dgm:cxn modelId="{359E6E0F-3428-400E-BB9D-28854F8FEA22}" type="presParOf" srcId="{90D70187-6AE4-4E11-899C-B4E2E16221A4}" destId="{E3C36D24-6B7D-4F2E-BDB8-92361A882324}" srcOrd="1" destOrd="0" presId="urn:microsoft.com/office/officeart/2005/8/layout/chevron2"/>
    <dgm:cxn modelId="{8186E0DC-60EC-49CF-BF62-9CFC5D53B0A1}" type="presParOf" srcId="{DAC4D8FE-2C1D-449E-97B5-2E2BAE0F68D3}" destId="{5033FD99-85FD-45FD-A743-58D5837FE556}" srcOrd="3" destOrd="0" presId="urn:microsoft.com/office/officeart/2005/8/layout/chevron2"/>
    <dgm:cxn modelId="{0806A8F2-3D12-41AB-8AC6-017C424545E9}" type="presParOf" srcId="{DAC4D8FE-2C1D-449E-97B5-2E2BAE0F68D3}" destId="{E8E0158E-7108-4B64-A560-53C3B8D24E15}" srcOrd="4" destOrd="0" presId="urn:microsoft.com/office/officeart/2005/8/layout/chevron2"/>
    <dgm:cxn modelId="{13CFCC06-9649-49E0-996F-5A8CFC459154}" type="presParOf" srcId="{E8E0158E-7108-4B64-A560-53C3B8D24E15}" destId="{C3923826-C033-420B-BA86-97E628D2777E}" srcOrd="0" destOrd="0" presId="urn:microsoft.com/office/officeart/2005/8/layout/chevron2"/>
    <dgm:cxn modelId="{351CD23D-9416-4C0A-B5DF-8E0B45095BBA}" type="presParOf" srcId="{E8E0158E-7108-4B64-A560-53C3B8D24E15}" destId="{F8B9C1D5-01A3-43EA-8C79-F1D48F3171A3}" srcOrd="1" destOrd="0" presId="urn:microsoft.com/office/officeart/2005/8/layout/chevron2"/>
    <dgm:cxn modelId="{7812FE00-12CA-4A1A-A582-53A6E64BF014}" type="presParOf" srcId="{DAC4D8FE-2C1D-449E-97B5-2E2BAE0F68D3}" destId="{745BB5FA-39D3-4503-8906-4250844986AE}" srcOrd="5" destOrd="0" presId="urn:microsoft.com/office/officeart/2005/8/layout/chevron2"/>
    <dgm:cxn modelId="{D50A4EA9-29D3-4306-BED7-8DADFFAB4B21}" type="presParOf" srcId="{DAC4D8FE-2C1D-449E-97B5-2E2BAE0F68D3}" destId="{FB083F03-B6BD-4546-B2B9-2D672314B68F}" srcOrd="6" destOrd="0" presId="urn:microsoft.com/office/officeart/2005/8/layout/chevron2"/>
    <dgm:cxn modelId="{9275AFC3-D670-469E-95DD-E9CCFD7F43D8}" type="presParOf" srcId="{FB083F03-B6BD-4546-B2B9-2D672314B68F}" destId="{4CACF1D1-074A-4840-8C02-04104D7D31B8}" srcOrd="0" destOrd="0" presId="urn:microsoft.com/office/officeart/2005/8/layout/chevron2"/>
    <dgm:cxn modelId="{83065E99-AA4E-40D4-8F6D-A0AD04C7DF76}" type="presParOf" srcId="{FB083F03-B6BD-4546-B2B9-2D672314B68F}" destId="{A4018583-F499-4925-B51A-13E444868A1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C1852D-3961-4DEC-8E20-26121F32E74A}" type="doc">
      <dgm:prSet loTypeId="urn:microsoft.com/office/officeart/2005/8/layout/chevron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4A210195-E47F-43B0-9DFD-E4D021CADCFB}">
      <dgm:prSet phldrT="[Text]" phldr="0"/>
      <dgm:spPr/>
      <dgm:t>
        <a:bodyPr/>
        <a:lstStyle/>
        <a:p>
          <a:r>
            <a: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Program Counter</a:t>
          </a:r>
        </a:p>
      </dgm:t>
    </dgm:pt>
    <dgm:pt modelId="{749A8F6C-ABB4-4C3B-8F1E-39366B7FFDB0}" type="parTrans" cxnId="{4799E09D-C8B9-4A59-8731-201F476CD444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A6E3F6-875F-4845-B8B7-9902EB7ECE93}" type="sibTrans" cxnId="{4799E09D-C8B9-4A59-8731-201F476CD444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EEF0BA-D051-4559-84C9-F8CAC16D540B}">
      <dgm:prSet phldrT="[Text]" phldr="0"/>
      <dgm:spPr/>
      <dgm:t>
        <a:bodyPr/>
        <a:lstStyle/>
        <a:p>
          <a:r>
            <a: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Memory Address Register</a:t>
          </a:r>
        </a:p>
      </dgm:t>
    </dgm:pt>
    <dgm:pt modelId="{FBFC8DEF-D1C7-4DC7-92BE-1BFDE45CB0BB}" type="parTrans" cxnId="{DCD9C780-E9DD-4D66-9576-F61E36258DAD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6B54D4-96E9-4EFC-BE05-285878233376}" type="sibTrans" cxnId="{DCD9C780-E9DD-4D66-9576-F61E36258DAD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4F4388-ABFB-48C1-BFF1-1DEC8877E8EF}">
      <dgm:prSet phldrT="[Text]" phldr="0"/>
      <dgm:spPr/>
      <dgm:t>
        <a:bodyPr/>
        <a:lstStyle/>
        <a:p>
          <a:r>
            <a: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Instruction Register</a:t>
          </a:r>
        </a:p>
      </dgm:t>
    </dgm:pt>
    <dgm:pt modelId="{71F753FD-3923-4D41-9DEA-A8DD0330BDAA}" type="parTrans" cxnId="{571096DE-BA65-4F16-A0E2-00DCF0B90C31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B754E9-09AD-4130-8659-1D372603962C}" type="sibTrans" cxnId="{571096DE-BA65-4F16-A0E2-00DCF0B90C31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00DE78-FE96-4D06-B5DB-AD997B5EF300}">
      <dgm:prSet phldrT="[Text]" phldr="0"/>
      <dgm:spPr/>
      <dgm:t>
        <a:bodyPr/>
        <a:lstStyle/>
        <a:p>
          <a:r>
            <a: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Control Unit</a:t>
          </a:r>
        </a:p>
      </dgm:t>
    </dgm:pt>
    <dgm:pt modelId="{0D8CCC6E-4523-4AF8-A65E-1AB9E8C68E5F}" type="parTrans" cxnId="{996B59BE-3CDC-4D92-B6A9-4E2B02541589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DACC93-718B-4FC7-A55A-87C0B4AB9EAA}" type="sibTrans" cxnId="{996B59BE-3CDC-4D92-B6A9-4E2B02541589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2CB7B53-BF6D-4D42-B716-6D3B1D4987C3}">
      <dgm:prSet phldrT="[Text]" phldr="0"/>
      <dgm:spPr/>
      <dgm:t>
        <a:bodyPr/>
        <a:lstStyle/>
        <a:p>
          <a:r>
            <a: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Register (A &amp; B)</a:t>
          </a:r>
        </a:p>
      </dgm:t>
    </dgm:pt>
    <dgm:pt modelId="{2F5E5EEE-A4F7-4EA7-9F35-A97F643BB84C}" type="parTrans" cxnId="{D45382C3-5CCF-4614-977E-918EB19215D2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273421-3EA9-45FE-A504-63B5F35105D8}" type="sibTrans" cxnId="{D45382C3-5CCF-4614-977E-918EB19215D2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011FE9-9DDD-4D96-BAF5-59D1F476A1C9}">
      <dgm:prSet phldrT="[Text]" phldr="0"/>
      <dgm:spPr/>
      <dgm:t>
        <a:bodyPr/>
        <a:lstStyle/>
        <a:p>
          <a:r>
            <a: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ALU</a:t>
          </a:r>
        </a:p>
      </dgm:t>
    </dgm:pt>
    <dgm:pt modelId="{0B441AEF-1D04-456F-8032-BD13A7FC5671}" type="parTrans" cxnId="{8F531920-B026-4C55-BF41-77229CD9B60B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463484-EA0D-4138-970E-CD335A3032A6}" type="sibTrans" cxnId="{8F531920-B026-4C55-BF41-77229CD9B60B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C713E7-DE76-44BE-B9DF-5C9361FCEEBE}" type="pres">
      <dgm:prSet presAssocID="{77C1852D-3961-4DEC-8E20-26121F32E74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2D15C9C0-2A52-4EA5-9211-CDA355054898}" type="pres">
      <dgm:prSet presAssocID="{4A210195-E47F-43B0-9DFD-E4D021CADCFB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D59065F-73C5-4735-B2F2-D21D22D5384C}" type="pres">
      <dgm:prSet presAssocID="{E1A6E3F6-875F-4845-B8B7-9902EB7ECE93}" presName="parTxOnlySpace" presStyleCnt="0"/>
      <dgm:spPr/>
    </dgm:pt>
    <dgm:pt modelId="{63B8E5B0-D0DC-48F5-9FB6-A619B1AF8316}" type="pres">
      <dgm:prSet presAssocID="{AAEEF0BA-D051-4559-84C9-F8CAC16D540B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5EB7D89-D487-426F-92EC-DCAFEFBC9318}" type="pres">
      <dgm:prSet presAssocID="{2B6B54D4-96E9-4EFC-BE05-285878233376}" presName="parTxOnlySpace" presStyleCnt="0"/>
      <dgm:spPr/>
    </dgm:pt>
    <dgm:pt modelId="{53965E03-E2EB-4E77-AC01-E22988F80F80}" type="pres">
      <dgm:prSet presAssocID="{C44F4388-ABFB-48C1-BFF1-1DEC8877E8EF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E1B0E84-586E-4744-80AF-FD69AF59DBAD}" type="pres">
      <dgm:prSet presAssocID="{67B754E9-09AD-4130-8659-1D372603962C}" presName="parTxOnlySpace" presStyleCnt="0"/>
      <dgm:spPr/>
    </dgm:pt>
    <dgm:pt modelId="{2CBF028E-A7CD-4606-A2BB-39D3395A9EAF}" type="pres">
      <dgm:prSet presAssocID="{62CB7B53-BF6D-4D42-B716-6D3B1D4987C3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40B1A7C-3FF3-4396-9E00-26D6FE91B4D2}" type="pres">
      <dgm:prSet presAssocID="{4E273421-3EA9-45FE-A504-63B5F35105D8}" presName="parTxOnlySpace" presStyleCnt="0"/>
      <dgm:spPr/>
    </dgm:pt>
    <dgm:pt modelId="{2F304B3D-81E9-411A-8D4F-2146EAC5C78D}" type="pres">
      <dgm:prSet presAssocID="{A9011FE9-9DDD-4D96-BAF5-59D1F476A1C9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5A2D8CA-6621-4428-8A7F-FF23BD28388D}" type="pres">
      <dgm:prSet presAssocID="{F6463484-EA0D-4138-970E-CD335A3032A6}" presName="parTxOnlySpace" presStyleCnt="0"/>
      <dgm:spPr/>
    </dgm:pt>
    <dgm:pt modelId="{3E30D4F7-F2D1-487D-A1EA-332ADF49B4C7}" type="pres">
      <dgm:prSet presAssocID="{D200DE78-FE96-4D06-B5DB-AD997B5EF30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D45382C3-5CCF-4614-977E-918EB19215D2}" srcId="{77C1852D-3961-4DEC-8E20-26121F32E74A}" destId="{62CB7B53-BF6D-4D42-B716-6D3B1D4987C3}" srcOrd="3" destOrd="0" parTransId="{2F5E5EEE-A4F7-4EA7-9F35-A97F643BB84C}" sibTransId="{4E273421-3EA9-45FE-A504-63B5F35105D8}"/>
    <dgm:cxn modelId="{032896BA-6F5E-4330-9306-237502A8579A}" type="presOf" srcId="{A9011FE9-9DDD-4D96-BAF5-59D1F476A1C9}" destId="{2F304B3D-81E9-411A-8D4F-2146EAC5C78D}" srcOrd="0" destOrd="0" presId="urn:microsoft.com/office/officeart/2005/8/layout/chevron1"/>
    <dgm:cxn modelId="{2CCE64D9-6D6E-46EF-8B46-40A3A1933089}" type="presOf" srcId="{4A210195-E47F-43B0-9DFD-E4D021CADCFB}" destId="{2D15C9C0-2A52-4EA5-9211-CDA355054898}" srcOrd="0" destOrd="0" presId="urn:microsoft.com/office/officeart/2005/8/layout/chevron1"/>
    <dgm:cxn modelId="{77C41A16-8D40-4AB5-B556-90E1DE87799D}" type="presOf" srcId="{77C1852D-3961-4DEC-8E20-26121F32E74A}" destId="{DCC713E7-DE76-44BE-B9DF-5C9361FCEEBE}" srcOrd="0" destOrd="0" presId="urn:microsoft.com/office/officeart/2005/8/layout/chevron1"/>
    <dgm:cxn modelId="{B2B3CA59-BFCD-4904-9559-6EC7AC384CB8}" type="presOf" srcId="{AAEEF0BA-D051-4559-84C9-F8CAC16D540B}" destId="{63B8E5B0-D0DC-48F5-9FB6-A619B1AF8316}" srcOrd="0" destOrd="0" presId="urn:microsoft.com/office/officeart/2005/8/layout/chevron1"/>
    <dgm:cxn modelId="{98A63823-C97B-42F3-A54B-DD72D5D59818}" type="presOf" srcId="{C44F4388-ABFB-48C1-BFF1-1DEC8877E8EF}" destId="{53965E03-E2EB-4E77-AC01-E22988F80F80}" srcOrd="0" destOrd="0" presId="urn:microsoft.com/office/officeart/2005/8/layout/chevron1"/>
    <dgm:cxn modelId="{571096DE-BA65-4F16-A0E2-00DCF0B90C31}" srcId="{77C1852D-3961-4DEC-8E20-26121F32E74A}" destId="{C44F4388-ABFB-48C1-BFF1-1DEC8877E8EF}" srcOrd="2" destOrd="0" parTransId="{71F753FD-3923-4D41-9DEA-A8DD0330BDAA}" sibTransId="{67B754E9-09AD-4130-8659-1D372603962C}"/>
    <dgm:cxn modelId="{4799E09D-C8B9-4A59-8731-201F476CD444}" srcId="{77C1852D-3961-4DEC-8E20-26121F32E74A}" destId="{4A210195-E47F-43B0-9DFD-E4D021CADCFB}" srcOrd="0" destOrd="0" parTransId="{749A8F6C-ABB4-4C3B-8F1E-39366B7FFDB0}" sibTransId="{E1A6E3F6-875F-4845-B8B7-9902EB7ECE93}"/>
    <dgm:cxn modelId="{2F0A928B-DEF6-4823-91CB-6BCB72BFD8A6}" type="presOf" srcId="{62CB7B53-BF6D-4D42-B716-6D3B1D4987C3}" destId="{2CBF028E-A7CD-4606-A2BB-39D3395A9EAF}" srcOrd="0" destOrd="0" presId="urn:microsoft.com/office/officeart/2005/8/layout/chevron1"/>
    <dgm:cxn modelId="{8BD5A7EA-33B3-4606-8998-83F6D9765681}" type="presOf" srcId="{D200DE78-FE96-4D06-B5DB-AD997B5EF300}" destId="{3E30D4F7-F2D1-487D-A1EA-332ADF49B4C7}" srcOrd="0" destOrd="0" presId="urn:microsoft.com/office/officeart/2005/8/layout/chevron1"/>
    <dgm:cxn modelId="{DCD9C780-E9DD-4D66-9576-F61E36258DAD}" srcId="{77C1852D-3961-4DEC-8E20-26121F32E74A}" destId="{AAEEF0BA-D051-4559-84C9-F8CAC16D540B}" srcOrd="1" destOrd="0" parTransId="{FBFC8DEF-D1C7-4DC7-92BE-1BFDE45CB0BB}" sibTransId="{2B6B54D4-96E9-4EFC-BE05-285878233376}"/>
    <dgm:cxn modelId="{8F531920-B026-4C55-BF41-77229CD9B60B}" srcId="{77C1852D-3961-4DEC-8E20-26121F32E74A}" destId="{A9011FE9-9DDD-4D96-BAF5-59D1F476A1C9}" srcOrd="4" destOrd="0" parTransId="{0B441AEF-1D04-456F-8032-BD13A7FC5671}" sibTransId="{F6463484-EA0D-4138-970E-CD335A3032A6}"/>
    <dgm:cxn modelId="{996B59BE-3CDC-4D92-B6A9-4E2B02541589}" srcId="{77C1852D-3961-4DEC-8E20-26121F32E74A}" destId="{D200DE78-FE96-4D06-B5DB-AD997B5EF300}" srcOrd="5" destOrd="0" parTransId="{0D8CCC6E-4523-4AF8-A65E-1AB9E8C68E5F}" sibTransId="{BBDACC93-718B-4FC7-A55A-87C0B4AB9EAA}"/>
    <dgm:cxn modelId="{3BB52908-880C-4295-93E0-A29F88A2BCD8}" type="presParOf" srcId="{DCC713E7-DE76-44BE-B9DF-5C9361FCEEBE}" destId="{2D15C9C0-2A52-4EA5-9211-CDA355054898}" srcOrd="0" destOrd="0" presId="urn:microsoft.com/office/officeart/2005/8/layout/chevron1"/>
    <dgm:cxn modelId="{AFD986B6-D4D9-4B7B-A91C-F75BBC6E8E25}" type="presParOf" srcId="{DCC713E7-DE76-44BE-B9DF-5C9361FCEEBE}" destId="{9D59065F-73C5-4735-B2F2-D21D22D5384C}" srcOrd="1" destOrd="0" presId="urn:microsoft.com/office/officeart/2005/8/layout/chevron1"/>
    <dgm:cxn modelId="{2B83A945-991B-4CF2-9866-5C5D3E57E6BE}" type="presParOf" srcId="{DCC713E7-DE76-44BE-B9DF-5C9361FCEEBE}" destId="{63B8E5B0-D0DC-48F5-9FB6-A619B1AF8316}" srcOrd="2" destOrd="0" presId="urn:microsoft.com/office/officeart/2005/8/layout/chevron1"/>
    <dgm:cxn modelId="{D885D2EB-E87E-491A-A25C-17D4318D190D}" type="presParOf" srcId="{DCC713E7-DE76-44BE-B9DF-5C9361FCEEBE}" destId="{65EB7D89-D487-426F-92EC-DCAFEFBC9318}" srcOrd="3" destOrd="0" presId="urn:microsoft.com/office/officeart/2005/8/layout/chevron1"/>
    <dgm:cxn modelId="{3A7A1984-C127-456C-BDC0-2AB3D075D88C}" type="presParOf" srcId="{DCC713E7-DE76-44BE-B9DF-5C9361FCEEBE}" destId="{53965E03-E2EB-4E77-AC01-E22988F80F80}" srcOrd="4" destOrd="0" presId="urn:microsoft.com/office/officeart/2005/8/layout/chevron1"/>
    <dgm:cxn modelId="{98158C6D-5782-43F8-9FAA-EB3EBFCEB6A0}" type="presParOf" srcId="{DCC713E7-DE76-44BE-B9DF-5C9361FCEEBE}" destId="{CE1B0E84-586E-4744-80AF-FD69AF59DBAD}" srcOrd="5" destOrd="0" presId="urn:microsoft.com/office/officeart/2005/8/layout/chevron1"/>
    <dgm:cxn modelId="{0AD18D10-68C3-445D-8BA0-85F450EE3409}" type="presParOf" srcId="{DCC713E7-DE76-44BE-B9DF-5C9361FCEEBE}" destId="{2CBF028E-A7CD-4606-A2BB-39D3395A9EAF}" srcOrd="6" destOrd="0" presId="urn:microsoft.com/office/officeart/2005/8/layout/chevron1"/>
    <dgm:cxn modelId="{81251591-2F1A-4141-9DFB-4110281BFBBA}" type="presParOf" srcId="{DCC713E7-DE76-44BE-B9DF-5C9361FCEEBE}" destId="{940B1A7C-3FF3-4396-9E00-26D6FE91B4D2}" srcOrd="7" destOrd="0" presId="urn:microsoft.com/office/officeart/2005/8/layout/chevron1"/>
    <dgm:cxn modelId="{76D82D61-BEF9-4F18-9061-7DAB7068DD46}" type="presParOf" srcId="{DCC713E7-DE76-44BE-B9DF-5C9361FCEEBE}" destId="{2F304B3D-81E9-411A-8D4F-2146EAC5C78D}" srcOrd="8" destOrd="0" presId="urn:microsoft.com/office/officeart/2005/8/layout/chevron1"/>
    <dgm:cxn modelId="{83E84EB8-125B-4DF9-9087-AFB375FC61F7}" type="presParOf" srcId="{DCC713E7-DE76-44BE-B9DF-5C9361FCEEBE}" destId="{65A2D8CA-6621-4428-8A7F-FF23BD28388D}" srcOrd="9" destOrd="0" presId="urn:microsoft.com/office/officeart/2005/8/layout/chevron1"/>
    <dgm:cxn modelId="{98CFCF2D-2868-47BB-81B8-95028B3BF856}" type="presParOf" srcId="{DCC713E7-DE76-44BE-B9DF-5C9361FCEEBE}" destId="{3E30D4F7-F2D1-487D-A1EA-332ADF49B4C7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C1852D-3961-4DEC-8E20-26121F32E74A}" type="doc">
      <dgm:prSet loTypeId="urn:microsoft.com/office/officeart/2005/8/layout/chevron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4A210195-E47F-43B0-9DFD-E4D021CADCFB}">
      <dgm:prSet phldrT="[Text]" phldr="0"/>
      <dgm:spPr/>
      <dgm:t>
        <a:bodyPr/>
        <a:lstStyle/>
        <a:p>
          <a:r>
            <a: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ADD</a:t>
          </a:r>
        </a:p>
      </dgm:t>
    </dgm:pt>
    <dgm:pt modelId="{749A8F6C-ABB4-4C3B-8F1E-39366B7FFDB0}" type="parTrans" cxnId="{4799E09D-C8B9-4A59-8731-201F476CD444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A6E3F6-875F-4845-B8B7-9902EB7ECE93}" type="sibTrans" cxnId="{4799E09D-C8B9-4A59-8731-201F476CD444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EEF0BA-D051-4559-84C9-F8CAC16D540B}">
      <dgm:prSet phldrT="[Text]" phldr="0"/>
      <dgm:spPr/>
      <dgm:t>
        <a:bodyPr/>
        <a:lstStyle/>
        <a:p>
          <a:r>
            <a: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SUB</a:t>
          </a:r>
        </a:p>
      </dgm:t>
    </dgm:pt>
    <dgm:pt modelId="{FBFC8DEF-D1C7-4DC7-92BE-1BFDE45CB0BB}" type="parTrans" cxnId="{DCD9C780-E9DD-4D66-9576-F61E36258DAD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6B54D4-96E9-4EFC-BE05-285878233376}" type="sibTrans" cxnId="{DCD9C780-E9DD-4D66-9576-F61E36258DAD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4F4388-ABFB-48C1-BFF1-1DEC8877E8EF}">
      <dgm:prSet phldrT="[Text]" phldr="0"/>
      <dgm:spPr/>
      <dgm:t>
        <a:bodyPr/>
        <a:lstStyle/>
        <a:p>
          <a:r>
            <a: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LOAD</a:t>
          </a:r>
        </a:p>
      </dgm:t>
    </dgm:pt>
    <dgm:pt modelId="{71F753FD-3923-4D41-9DEA-A8DD0330BDAA}" type="parTrans" cxnId="{571096DE-BA65-4F16-A0E2-00DCF0B90C31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B754E9-09AD-4130-8659-1D372603962C}" type="sibTrans" cxnId="{571096DE-BA65-4F16-A0E2-00DCF0B90C31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2CB7B53-BF6D-4D42-B716-6D3B1D4987C3}">
      <dgm:prSet phldrT="[Text]" phldr="0"/>
      <dgm:spPr/>
      <dgm:t>
        <a:bodyPr/>
        <a:lstStyle/>
        <a:p>
          <a:r>
            <a: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STORE</a:t>
          </a:r>
        </a:p>
      </dgm:t>
    </dgm:pt>
    <dgm:pt modelId="{2F5E5EEE-A4F7-4EA7-9F35-A97F643BB84C}" type="parTrans" cxnId="{D45382C3-5CCF-4614-977E-918EB19215D2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273421-3EA9-45FE-A504-63B5F35105D8}" type="sibTrans" cxnId="{D45382C3-5CCF-4614-977E-918EB19215D2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011FE9-9DDD-4D96-BAF5-59D1F476A1C9}">
      <dgm:prSet phldrT="[Text]" phldr="0"/>
      <dgm:spPr/>
      <dgm:t>
        <a:bodyPr/>
        <a:lstStyle/>
        <a:p>
          <a:r>
            <a: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JMP</a:t>
          </a:r>
        </a:p>
      </dgm:t>
    </dgm:pt>
    <dgm:pt modelId="{0B441AEF-1D04-456F-8032-BD13A7FC5671}" type="parTrans" cxnId="{8F531920-B026-4C55-BF41-77229CD9B60B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463484-EA0D-4138-970E-CD335A3032A6}" type="sibTrans" cxnId="{8F531920-B026-4C55-BF41-77229CD9B60B}">
      <dgm:prSet/>
      <dgm:spPr/>
      <dgm:t>
        <a:bodyPr/>
        <a:lstStyle/>
        <a:p>
          <a:endParaRPr lang="en-IN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C713E7-DE76-44BE-B9DF-5C9361FCEEBE}" type="pres">
      <dgm:prSet presAssocID="{77C1852D-3961-4DEC-8E20-26121F32E74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2D15C9C0-2A52-4EA5-9211-CDA355054898}" type="pres">
      <dgm:prSet presAssocID="{4A210195-E47F-43B0-9DFD-E4D021CADCFB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D59065F-73C5-4735-B2F2-D21D22D5384C}" type="pres">
      <dgm:prSet presAssocID="{E1A6E3F6-875F-4845-B8B7-9902EB7ECE93}" presName="parTxOnlySpace" presStyleCnt="0"/>
      <dgm:spPr/>
    </dgm:pt>
    <dgm:pt modelId="{63B8E5B0-D0DC-48F5-9FB6-A619B1AF8316}" type="pres">
      <dgm:prSet presAssocID="{AAEEF0BA-D051-4559-84C9-F8CAC16D540B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5EB7D89-D487-426F-92EC-DCAFEFBC9318}" type="pres">
      <dgm:prSet presAssocID="{2B6B54D4-96E9-4EFC-BE05-285878233376}" presName="parTxOnlySpace" presStyleCnt="0"/>
      <dgm:spPr/>
    </dgm:pt>
    <dgm:pt modelId="{53965E03-E2EB-4E77-AC01-E22988F80F80}" type="pres">
      <dgm:prSet presAssocID="{C44F4388-ABFB-48C1-BFF1-1DEC8877E8EF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E1B0E84-586E-4744-80AF-FD69AF59DBAD}" type="pres">
      <dgm:prSet presAssocID="{67B754E9-09AD-4130-8659-1D372603962C}" presName="parTxOnlySpace" presStyleCnt="0"/>
      <dgm:spPr/>
    </dgm:pt>
    <dgm:pt modelId="{2CBF028E-A7CD-4606-A2BB-39D3395A9EAF}" type="pres">
      <dgm:prSet presAssocID="{62CB7B53-BF6D-4D42-B716-6D3B1D4987C3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40B1A7C-3FF3-4396-9E00-26D6FE91B4D2}" type="pres">
      <dgm:prSet presAssocID="{4E273421-3EA9-45FE-A504-63B5F35105D8}" presName="parTxOnlySpace" presStyleCnt="0"/>
      <dgm:spPr/>
    </dgm:pt>
    <dgm:pt modelId="{2F304B3D-81E9-411A-8D4F-2146EAC5C78D}" type="pres">
      <dgm:prSet presAssocID="{A9011FE9-9DDD-4D96-BAF5-59D1F476A1C9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B2B3CA59-BFCD-4904-9559-6EC7AC384CB8}" type="presOf" srcId="{AAEEF0BA-D051-4559-84C9-F8CAC16D540B}" destId="{63B8E5B0-D0DC-48F5-9FB6-A619B1AF8316}" srcOrd="0" destOrd="0" presId="urn:microsoft.com/office/officeart/2005/8/layout/chevron1"/>
    <dgm:cxn modelId="{4799E09D-C8B9-4A59-8731-201F476CD444}" srcId="{77C1852D-3961-4DEC-8E20-26121F32E74A}" destId="{4A210195-E47F-43B0-9DFD-E4D021CADCFB}" srcOrd="0" destOrd="0" parTransId="{749A8F6C-ABB4-4C3B-8F1E-39366B7FFDB0}" sibTransId="{E1A6E3F6-875F-4845-B8B7-9902EB7ECE93}"/>
    <dgm:cxn modelId="{2CCE64D9-6D6E-46EF-8B46-40A3A1933089}" type="presOf" srcId="{4A210195-E47F-43B0-9DFD-E4D021CADCFB}" destId="{2D15C9C0-2A52-4EA5-9211-CDA355054898}" srcOrd="0" destOrd="0" presId="urn:microsoft.com/office/officeart/2005/8/layout/chevron1"/>
    <dgm:cxn modelId="{98A63823-C97B-42F3-A54B-DD72D5D59818}" type="presOf" srcId="{C44F4388-ABFB-48C1-BFF1-1DEC8877E8EF}" destId="{53965E03-E2EB-4E77-AC01-E22988F80F80}" srcOrd="0" destOrd="0" presId="urn:microsoft.com/office/officeart/2005/8/layout/chevron1"/>
    <dgm:cxn modelId="{77C41A16-8D40-4AB5-B556-90E1DE87799D}" type="presOf" srcId="{77C1852D-3961-4DEC-8E20-26121F32E74A}" destId="{DCC713E7-DE76-44BE-B9DF-5C9361FCEEBE}" srcOrd="0" destOrd="0" presId="urn:microsoft.com/office/officeart/2005/8/layout/chevron1"/>
    <dgm:cxn modelId="{571096DE-BA65-4F16-A0E2-00DCF0B90C31}" srcId="{77C1852D-3961-4DEC-8E20-26121F32E74A}" destId="{C44F4388-ABFB-48C1-BFF1-1DEC8877E8EF}" srcOrd="2" destOrd="0" parTransId="{71F753FD-3923-4D41-9DEA-A8DD0330BDAA}" sibTransId="{67B754E9-09AD-4130-8659-1D372603962C}"/>
    <dgm:cxn modelId="{032896BA-6F5E-4330-9306-237502A8579A}" type="presOf" srcId="{A9011FE9-9DDD-4D96-BAF5-59D1F476A1C9}" destId="{2F304B3D-81E9-411A-8D4F-2146EAC5C78D}" srcOrd="0" destOrd="0" presId="urn:microsoft.com/office/officeart/2005/8/layout/chevron1"/>
    <dgm:cxn modelId="{2F0A928B-DEF6-4823-91CB-6BCB72BFD8A6}" type="presOf" srcId="{62CB7B53-BF6D-4D42-B716-6D3B1D4987C3}" destId="{2CBF028E-A7CD-4606-A2BB-39D3395A9EAF}" srcOrd="0" destOrd="0" presId="urn:microsoft.com/office/officeart/2005/8/layout/chevron1"/>
    <dgm:cxn modelId="{8F531920-B026-4C55-BF41-77229CD9B60B}" srcId="{77C1852D-3961-4DEC-8E20-26121F32E74A}" destId="{A9011FE9-9DDD-4D96-BAF5-59D1F476A1C9}" srcOrd="4" destOrd="0" parTransId="{0B441AEF-1D04-456F-8032-BD13A7FC5671}" sibTransId="{F6463484-EA0D-4138-970E-CD335A3032A6}"/>
    <dgm:cxn modelId="{D45382C3-5CCF-4614-977E-918EB19215D2}" srcId="{77C1852D-3961-4DEC-8E20-26121F32E74A}" destId="{62CB7B53-BF6D-4D42-B716-6D3B1D4987C3}" srcOrd="3" destOrd="0" parTransId="{2F5E5EEE-A4F7-4EA7-9F35-A97F643BB84C}" sibTransId="{4E273421-3EA9-45FE-A504-63B5F35105D8}"/>
    <dgm:cxn modelId="{DCD9C780-E9DD-4D66-9576-F61E36258DAD}" srcId="{77C1852D-3961-4DEC-8E20-26121F32E74A}" destId="{AAEEF0BA-D051-4559-84C9-F8CAC16D540B}" srcOrd="1" destOrd="0" parTransId="{FBFC8DEF-D1C7-4DC7-92BE-1BFDE45CB0BB}" sibTransId="{2B6B54D4-96E9-4EFC-BE05-285878233376}"/>
    <dgm:cxn modelId="{3BB52908-880C-4295-93E0-A29F88A2BCD8}" type="presParOf" srcId="{DCC713E7-DE76-44BE-B9DF-5C9361FCEEBE}" destId="{2D15C9C0-2A52-4EA5-9211-CDA355054898}" srcOrd="0" destOrd="0" presId="urn:microsoft.com/office/officeart/2005/8/layout/chevron1"/>
    <dgm:cxn modelId="{AFD986B6-D4D9-4B7B-A91C-F75BBC6E8E25}" type="presParOf" srcId="{DCC713E7-DE76-44BE-B9DF-5C9361FCEEBE}" destId="{9D59065F-73C5-4735-B2F2-D21D22D5384C}" srcOrd="1" destOrd="0" presId="urn:microsoft.com/office/officeart/2005/8/layout/chevron1"/>
    <dgm:cxn modelId="{2B83A945-991B-4CF2-9866-5C5D3E57E6BE}" type="presParOf" srcId="{DCC713E7-DE76-44BE-B9DF-5C9361FCEEBE}" destId="{63B8E5B0-D0DC-48F5-9FB6-A619B1AF8316}" srcOrd="2" destOrd="0" presId="urn:microsoft.com/office/officeart/2005/8/layout/chevron1"/>
    <dgm:cxn modelId="{D885D2EB-E87E-491A-A25C-17D4318D190D}" type="presParOf" srcId="{DCC713E7-DE76-44BE-B9DF-5C9361FCEEBE}" destId="{65EB7D89-D487-426F-92EC-DCAFEFBC9318}" srcOrd="3" destOrd="0" presId="urn:microsoft.com/office/officeart/2005/8/layout/chevron1"/>
    <dgm:cxn modelId="{3A7A1984-C127-456C-BDC0-2AB3D075D88C}" type="presParOf" srcId="{DCC713E7-DE76-44BE-B9DF-5C9361FCEEBE}" destId="{53965E03-E2EB-4E77-AC01-E22988F80F80}" srcOrd="4" destOrd="0" presId="urn:microsoft.com/office/officeart/2005/8/layout/chevron1"/>
    <dgm:cxn modelId="{98158C6D-5782-43F8-9FAA-EB3EBFCEB6A0}" type="presParOf" srcId="{DCC713E7-DE76-44BE-B9DF-5C9361FCEEBE}" destId="{CE1B0E84-586E-4744-80AF-FD69AF59DBAD}" srcOrd="5" destOrd="0" presId="urn:microsoft.com/office/officeart/2005/8/layout/chevron1"/>
    <dgm:cxn modelId="{0AD18D10-68C3-445D-8BA0-85F450EE3409}" type="presParOf" srcId="{DCC713E7-DE76-44BE-B9DF-5C9361FCEEBE}" destId="{2CBF028E-A7CD-4606-A2BB-39D3395A9EAF}" srcOrd="6" destOrd="0" presId="urn:microsoft.com/office/officeart/2005/8/layout/chevron1"/>
    <dgm:cxn modelId="{81251591-2F1A-4141-9DFB-4110281BFBBA}" type="presParOf" srcId="{DCC713E7-DE76-44BE-B9DF-5C9361FCEEBE}" destId="{940B1A7C-3FF3-4396-9E00-26D6FE91B4D2}" srcOrd="7" destOrd="0" presId="urn:microsoft.com/office/officeart/2005/8/layout/chevron1"/>
    <dgm:cxn modelId="{76D82D61-BEF9-4F18-9061-7DAB7068DD46}" type="presParOf" srcId="{DCC713E7-DE76-44BE-B9DF-5C9361FCEEBE}" destId="{2F304B3D-81E9-411A-8D4F-2146EAC5C78D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F296876-0AF6-4D87-AF57-BA0C100F6C52}" type="doc">
      <dgm:prSet loTypeId="urn:microsoft.com/office/officeart/2009/layout/CircleArrowProcess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A15A0D5F-509A-418A-B225-8605B0B46189}">
      <dgm:prSet phldrT="[Text]" phldr="0"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Fetch</a:t>
          </a:r>
        </a:p>
      </dgm:t>
    </dgm:pt>
    <dgm:pt modelId="{0579BD7D-AFBD-43C5-AC55-9006F4F8E1B3}" type="parTrans" cxnId="{168F5B2A-CFA5-4455-94A4-CBF2E9C13E19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D8A500-0412-4A94-B09F-3B707967C235}" type="sibTrans" cxnId="{168F5B2A-CFA5-4455-94A4-CBF2E9C13E19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BFC03D-9FA0-451D-8DBE-BB55D6964E65}">
      <dgm:prSet phldrT="[Text]" phldr="0"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Decode</a:t>
          </a:r>
        </a:p>
      </dgm:t>
    </dgm:pt>
    <dgm:pt modelId="{DAD5252F-AEEC-4EF3-9EA7-E2DB8E00EB3D}" type="parTrans" cxnId="{74931180-63AD-44C8-8528-5226167DC577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7F302F-4386-4663-A380-02CB5AA5499E}" type="sibTrans" cxnId="{74931180-63AD-44C8-8528-5226167DC577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5C11B3-C75F-4DEB-B680-93BEA7681AE3}">
      <dgm:prSet phldrT="[Text]" phldr="0"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Execute</a:t>
          </a:r>
        </a:p>
      </dgm:t>
    </dgm:pt>
    <dgm:pt modelId="{B1A43A0B-AB91-4CDA-889F-F6838B74B0D4}" type="parTrans" cxnId="{EC3BC5A2-E934-407F-B65F-F6668703F9FB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1D7E24-D6D0-4E96-8D82-C93F4E97FDF8}" type="sibTrans" cxnId="{EC3BC5A2-E934-407F-B65F-F6668703F9FB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FD9920-993D-4905-8395-EC3F2A7841B4}" type="pres">
      <dgm:prSet presAssocID="{DF296876-0AF6-4D87-AF57-BA0C100F6C52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B128412E-E0D8-4A9B-B5D4-A8D08EA9DFD8}" type="pres">
      <dgm:prSet presAssocID="{A15A0D5F-509A-418A-B225-8605B0B46189}" presName="Accent1" presStyleCnt="0"/>
      <dgm:spPr/>
    </dgm:pt>
    <dgm:pt modelId="{FA709278-8FF4-4A78-B0AE-EB95DC35D89F}" type="pres">
      <dgm:prSet presAssocID="{A15A0D5F-509A-418A-B225-8605B0B46189}" presName="Accent" presStyleLbl="node1" presStyleIdx="0" presStyleCnt="3"/>
      <dgm:spPr/>
    </dgm:pt>
    <dgm:pt modelId="{E2D78BF8-C837-40F6-9F96-5CC23C95CB81}" type="pres">
      <dgm:prSet presAssocID="{A15A0D5F-509A-418A-B225-8605B0B46189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D41FAB7-EECA-41DF-A10E-A26F2A0FBE9A}" type="pres">
      <dgm:prSet presAssocID="{B0BFC03D-9FA0-451D-8DBE-BB55D6964E65}" presName="Accent2" presStyleCnt="0"/>
      <dgm:spPr/>
    </dgm:pt>
    <dgm:pt modelId="{DA8C6321-2F8A-458E-A63D-96C517F370E3}" type="pres">
      <dgm:prSet presAssocID="{B0BFC03D-9FA0-451D-8DBE-BB55D6964E65}" presName="Accent" presStyleLbl="node1" presStyleIdx="1" presStyleCnt="3"/>
      <dgm:spPr/>
    </dgm:pt>
    <dgm:pt modelId="{32495C85-E18F-4605-AB2D-4CB921567AA5}" type="pres">
      <dgm:prSet presAssocID="{B0BFC03D-9FA0-451D-8DBE-BB55D6964E65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15FAF80-5AD4-4826-8C8A-F75CEB6FD276}" type="pres">
      <dgm:prSet presAssocID="{5A5C11B3-C75F-4DEB-B680-93BEA7681AE3}" presName="Accent3" presStyleCnt="0"/>
      <dgm:spPr/>
    </dgm:pt>
    <dgm:pt modelId="{23FF9EF0-5101-41D7-859F-B9AB9F850D28}" type="pres">
      <dgm:prSet presAssocID="{5A5C11B3-C75F-4DEB-B680-93BEA7681AE3}" presName="Accent" presStyleLbl="node1" presStyleIdx="2" presStyleCnt="3"/>
      <dgm:spPr/>
    </dgm:pt>
    <dgm:pt modelId="{5E163207-CC3B-44D0-B3BB-4FF8544E61EF}" type="pres">
      <dgm:prSet presAssocID="{5A5C11B3-C75F-4DEB-B680-93BEA7681AE3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168F5B2A-CFA5-4455-94A4-CBF2E9C13E19}" srcId="{DF296876-0AF6-4D87-AF57-BA0C100F6C52}" destId="{A15A0D5F-509A-418A-B225-8605B0B46189}" srcOrd="0" destOrd="0" parTransId="{0579BD7D-AFBD-43C5-AC55-9006F4F8E1B3}" sibTransId="{BDD8A500-0412-4A94-B09F-3B707967C235}"/>
    <dgm:cxn modelId="{74931180-63AD-44C8-8528-5226167DC577}" srcId="{DF296876-0AF6-4D87-AF57-BA0C100F6C52}" destId="{B0BFC03D-9FA0-451D-8DBE-BB55D6964E65}" srcOrd="1" destOrd="0" parTransId="{DAD5252F-AEEC-4EF3-9EA7-E2DB8E00EB3D}" sibTransId="{927F302F-4386-4663-A380-02CB5AA5499E}"/>
    <dgm:cxn modelId="{EC3BC5A2-E934-407F-B65F-F6668703F9FB}" srcId="{DF296876-0AF6-4D87-AF57-BA0C100F6C52}" destId="{5A5C11B3-C75F-4DEB-B680-93BEA7681AE3}" srcOrd="2" destOrd="0" parTransId="{B1A43A0B-AB91-4CDA-889F-F6838B74B0D4}" sibTransId="{EC1D7E24-D6D0-4E96-8D82-C93F4E97FDF8}"/>
    <dgm:cxn modelId="{FD6BC444-0DBB-4A00-B3B6-398DB1147C42}" type="presOf" srcId="{B0BFC03D-9FA0-451D-8DBE-BB55D6964E65}" destId="{32495C85-E18F-4605-AB2D-4CB921567AA5}" srcOrd="0" destOrd="0" presId="urn:microsoft.com/office/officeart/2009/layout/CircleArrowProcess"/>
    <dgm:cxn modelId="{0CC6F588-B237-4535-8772-9CF42070BBDE}" type="presOf" srcId="{DF296876-0AF6-4D87-AF57-BA0C100F6C52}" destId="{DAFD9920-993D-4905-8395-EC3F2A7841B4}" srcOrd="0" destOrd="0" presId="urn:microsoft.com/office/officeart/2009/layout/CircleArrowProcess"/>
    <dgm:cxn modelId="{0AA4B924-4530-40E7-80BD-38B1A3EDE23B}" type="presOf" srcId="{5A5C11B3-C75F-4DEB-B680-93BEA7681AE3}" destId="{5E163207-CC3B-44D0-B3BB-4FF8544E61EF}" srcOrd="0" destOrd="0" presId="urn:microsoft.com/office/officeart/2009/layout/CircleArrowProcess"/>
    <dgm:cxn modelId="{EB3EA3D7-EEAF-49DA-97FF-C2D9239F750A}" type="presOf" srcId="{A15A0D5F-509A-418A-B225-8605B0B46189}" destId="{E2D78BF8-C837-40F6-9F96-5CC23C95CB81}" srcOrd="0" destOrd="0" presId="urn:microsoft.com/office/officeart/2009/layout/CircleArrowProcess"/>
    <dgm:cxn modelId="{9A5B203F-43C9-437C-B0A0-341205FA61A7}" type="presParOf" srcId="{DAFD9920-993D-4905-8395-EC3F2A7841B4}" destId="{B128412E-E0D8-4A9B-B5D4-A8D08EA9DFD8}" srcOrd="0" destOrd="0" presId="urn:microsoft.com/office/officeart/2009/layout/CircleArrowProcess"/>
    <dgm:cxn modelId="{8491E064-A875-43E8-830D-659F9874D203}" type="presParOf" srcId="{B128412E-E0D8-4A9B-B5D4-A8D08EA9DFD8}" destId="{FA709278-8FF4-4A78-B0AE-EB95DC35D89F}" srcOrd="0" destOrd="0" presId="urn:microsoft.com/office/officeart/2009/layout/CircleArrowProcess"/>
    <dgm:cxn modelId="{281CCF8E-86BA-4129-BB1B-32C9C7480C6D}" type="presParOf" srcId="{DAFD9920-993D-4905-8395-EC3F2A7841B4}" destId="{E2D78BF8-C837-40F6-9F96-5CC23C95CB81}" srcOrd="1" destOrd="0" presId="urn:microsoft.com/office/officeart/2009/layout/CircleArrowProcess"/>
    <dgm:cxn modelId="{28352AB4-BF9A-484C-986F-006C01525C18}" type="presParOf" srcId="{DAFD9920-993D-4905-8395-EC3F2A7841B4}" destId="{0D41FAB7-EECA-41DF-A10E-A26F2A0FBE9A}" srcOrd="2" destOrd="0" presId="urn:microsoft.com/office/officeart/2009/layout/CircleArrowProcess"/>
    <dgm:cxn modelId="{B87DD81C-0732-48BC-B876-0DDABE311339}" type="presParOf" srcId="{0D41FAB7-EECA-41DF-A10E-A26F2A0FBE9A}" destId="{DA8C6321-2F8A-458E-A63D-96C517F370E3}" srcOrd="0" destOrd="0" presId="urn:microsoft.com/office/officeart/2009/layout/CircleArrowProcess"/>
    <dgm:cxn modelId="{FA510918-A7E5-4885-9B6C-92BCF1AEA13C}" type="presParOf" srcId="{DAFD9920-993D-4905-8395-EC3F2A7841B4}" destId="{32495C85-E18F-4605-AB2D-4CB921567AA5}" srcOrd="3" destOrd="0" presId="urn:microsoft.com/office/officeart/2009/layout/CircleArrowProcess"/>
    <dgm:cxn modelId="{6D5F35A4-3FBE-43BD-BD02-4E4DFE42242E}" type="presParOf" srcId="{DAFD9920-993D-4905-8395-EC3F2A7841B4}" destId="{615FAF80-5AD4-4826-8C8A-F75CEB6FD276}" srcOrd="4" destOrd="0" presId="urn:microsoft.com/office/officeart/2009/layout/CircleArrowProcess"/>
    <dgm:cxn modelId="{804242A7-0EB1-42E9-AD3A-CEDEB03E7793}" type="presParOf" srcId="{615FAF80-5AD4-4826-8C8A-F75CEB6FD276}" destId="{23FF9EF0-5101-41D7-859F-B9AB9F850D28}" srcOrd="0" destOrd="0" presId="urn:microsoft.com/office/officeart/2009/layout/CircleArrowProcess"/>
    <dgm:cxn modelId="{A1A6452E-3095-4765-A519-20696FB7D70C}" type="presParOf" srcId="{DAFD9920-993D-4905-8395-EC3F2A7841B4}" destId="{5E163207-CC3B-44D0-B3BB-4FF8544E61EF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7422492-F115-44FA-AA5C-4FF6DA52C391}" type="doc">
      <dgm:prSet loTypeId="urn:microsoft.com/office/officeart/2005/8/layout/hierarchy3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E728F2EB-CDD7-4C7A-BB65-5F2D2FDE5CA7}">
      <dgm:prSet phldrT="[Text]" phldr="0" custT="1"/>
      <dgm:spPr/>
      <dgm:t>
        <a:bodyPr/>
        <a:lstStyle/>
        <a:p>
          <a:r>
            <a:rPr lang="en-IN" sz="4400">
              <a:latin typeface="Times New Roman" panose="02020603050405020304" pitchFamily="18" charset="0"/>
              <a:cs typeface="Times New Roman" panose="02020603050405020304" pitchFamily="18" charset="0"/>
            </a:rPr>
            <a:t>T0</a:t>
          </a:r>
        </a:p>
      </dgm:t>
    </dgm:pt>
    <dgm:pt modelId="{2D3A59FB-BFA8-4BEF-A186-12430C242852}" type="parTrans" cxnId="{60D38F2B-8509-4731-8FE3-46CDD5A24778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515485-BA09-4B1F-B225-0975FAC3BDBF}" type="sibTrans" cxnId="{60D38F2B-8509-4731-8FE3-46CDD5A24778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5851DC-383F-4CE4-A963-464C5D9AEAF7}">
      <dgm:prSet phldrT="[Text]" phldr="0" custT="1"/>
      <dgm:spPr/>
      <dgm:t>
        <a:bodyPr/>
        <a:lstStyle/>
        <a:p>
          <a:r>
            <a:rPr lang="en-IN" sz="1200">
              <a:latin typeface="Times New Roman" panose="02020603050405020304" pitchFamily="18" charset="0"/>
              <a:cs typeface="Times New Roman" panose="02020603050405020304" pitchFamily="18" charset="0"/>
            </a:rPr>
            <a:t>PC</a:t>
          </a:r>
        </a:p>
      </dgm:t>
    </dgm:pt>
    <dgm:pt modelId="{C92AC909-966C-4998-BF3E-F69E7C7A8FBD}" type="parTrans" cxnId="{9021AF23-650B-431A-8CF4-536AB74F14B3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A744E5-F197-4016-A7F8-B5F4B880B932}" type="sibTrans" cxnId="{9021AF23-650B-431A-8CF4-536AB74F14B3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6A33E13-1765-4D32-A3F0-2FDDC9BDEF18}">
      <dgm:prSet phldrT="[Text]" phldr="0" custT="1"/>
      <dgm:spPr/>
      <dgm:t>
        <a:bodyPr/>
        <a:lstStyle/>
        <a:p>
          <a:r>
            <a:rPr lang="en-IN" sz="1200">
              <a:latin typeface="Times New Roman" panose="02020603050405020304" pitchFamily="18" charset="0"/>
              <a:cs typeface="Times New Roman" panose="02020603050405020304" pitchFamily="18" charset="0"/>
            </a:rPr>
            <a:t>MAR</a:t>
          </a:r>
        </a:p>
      </dgm:t>
    </dgm:pt>
    <dgm:pt modelId="{8B7637E0-05B0-4992-8323-48F71CBABF4D}" type="parTrans" cxnId="{A3240DBB-C1D9-4A24-829F-D14BCFBD3D47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579C81-0519-40C7-B651-F83267EE2290}" type="sibTrans" cxnId="{A3240DBB-C1D9-4A24-829F-D14BCFBD3D47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9FFD9B-8097-46B5-A414-4D9F82984109}">
      <dgm:prSet phldrT="[Text]" phldr="0" custT="1"/>
      <dgm:spPr/>
      <dgm:t>
        <a:bodyPr/>
        <a:lstStyle/>
        <a:p>
          <a:r>
            <a:rPr lang="en-IN" sz="4400">
              <a:latin typeface="Times New Roman" panose="02020603050405020304" pitchFamily="18" charset="0"/>
              <a:cs typeface="Times New Roman" panose="02020603050405020304" pitchFamily="18" charset="0"/>
            </a:rPr>
            <a:t>T1</a:t>
          </a:r>
        </a:p>
      </dgm:t>
    </dgm:pt>
    <dgm:pt modelId="{C039AA57-C8C3-43DC-8966-A1483E05844E}" type="parTrans" cxnId="{A6029EE2-8F0E-45A8-855A-4BC694FC8E90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0240C6-200D-40D3-8662-925951775DB4}" type="sibTrans" cxnId="{A6029EE2-8F0E-45A8-855A-4BC694FC8E90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D347FA-A70C-410B-8D7B-BCC6DA414635}">
      <dgm:prSet phldrT="[Text]" phldr="0" custT="1"/>
      <dgm:spPr/>
      <dgm:t>
        <a:bodyPr/>
        <a:lstStyle/>
        <a:p>
          <a:r>
            <a:rPr lang="en-IN" sz="1200">
              <a:latin typeface="Times New Roman" panose="02020603050405020304" pitchFamily="18" charset="0"/>
              <a:cs typeface="Times New Roman" panose="02020603050405020304" pitchFamily="18" charset="0"/>
            </a:rPr>
            <a:t>Memory</a:t>
          </a:r>
        </a:p>
      </dgm:t>
    </dgm:pt>
    <dgm:pt modelId="{1F238CA7-1ED4-4DFE-B982-9254FD25A6E9}" type="parTrans" cxnId="{E1496F4F-5B33-421C-80A2-3291AD5194DA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6FCDAE-C4CF-4991-8B8A-3B94D065F4BE}" type="sibTrans" cxnId="{E1496F4F-5B33-421C-80A2-3291AD5194DA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021D46-DBD9-495E-AF14-565AF4AF3572}">
      <dgm:prSet phldrT="[Text]" phldr="0" custT="1"/>
      <dgm:spPr/>
      <dgm:t>
        <a:bodyPr/>
        <a:lstStyle/>
        <a:p>
          <a:r>
            <a:rPr lang="en-IN" sz="1200">
              <a:latin typeface="Times New Roman" panose="02020603050405020304" pitchFamily="18" charset="0"/>
              <a:cs typeface="Times New Roman" panose="02020603050405020304" pitchFamily="18" charset="0"/>
            </a:rPr>
            <a:t>IR, PC++</a:t>
          </a:r>
        </a:p>
      </dgm:t>
    </dgm:pt>
    <dgm:pt modelId="{F1EDCF29-73E7-4510-B682-769A38815739}" type="parTrans" cxnId="{81B2EF13-E5D0-4615-B2C5-695806560D0A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C6725E-581A-439D-A606-CC2B121FE677}" type="sibTrans" cxnId="{81B2EF13-E5D0-4615-B2C5-695806560D0A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5FD046-EB84-4402-A2DF-53F148E1A038}">
      <dgm:prSet phldrT="[Text]" phldr="0" custT="1"/>
      <dgm:spPr/>
      <dgm:t>
        <a:bodyPr/>
        <a:lstStyle/>
        <a:p>
          <a:r>
            <a:rPr lang="en-IN" sz="4400">
              <a:latin typeface="Times New Roman" panose="02020603050405020304" pitchFamily="18" charset="0"/>
              <a:cs typeface="Times New Roman" panose="02020603050405020304" pitchFamily="18" charset="0"/>
            </a:rPr>
            <a:t>T2</a:t>
          </a:r>
        </a:p>
      </dgm:t>
    </dgm:pt>
    <dgm:pt modelId="{402393BC-2FAA-4E2D-A3C0-7A7447466CB9}" type="parTrans" cxnId="{2ACF6E2E-27AF-4DB1-8AFB-2B2B14B7B28F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E9F27D-91A7-44D4-A330-4A33D989DF75}" type="sibTrans" cxnId="{2ACF6E2E-27AF-4DB1-8AFB-2B2B14B7B28F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36CBD1-1ECE-42F0-B93D-B72D03C2600B}">
      <dgm:prSet phldrT="[Text]" phldr="0" custT="1"/>
      <dgm:spPr/>
      <dgm:t>
        <a:bodyPr/>
        <a:lstStyle/>
        <a:p>
          <a:r>
            <a:rPr lang="en-IN" sz="1200">
              <a:latin typeface="Times New Roman" panose="02020603050405020304" pitchFamily="18" charset="0"/>
              <a:cs typeface="Times New Roman" panose="02020603050405020304" pitchFamily="18" charset="0"/>
            </a:rPr>
            <a:t>Instruction Decode</a:t>
          </a:r>
        </a:p>
      </dgm:t>
    </dgm:pt>
    <dgm:pt modelId="{C53E2F5B-6985-4B79-AD1B-0A5D62207DA0}" type="parTrans" cxnId="{A8AA4B49-3ACC-4393-8B38-D2FFEAB5A76B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24A17C0-72CA-40F4-90AB-1CDC16CB1F33}" type="sibTrans" cxnId="{A8AA4B49-3ACC-4393-8B38-D2FFEAB5A76B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D2A46CA-F118-46D7-BC08-5B1C16D64CAB}">
      <dgm:prSet phldrT="[Text]" phldr="0" custT="1"/>
      <dgm:spPr/>
      <dgm:t>
        <a:bodyPr/>
        <a:lstStyle/>
        <a:p>
          <a:r>
            <a:rPr lang="en-IN" sz="4400">
              <a:latin typeface="Times New Roman" panose="02020603050405020304" pitchFamily="18" charset="0"/>
              <a:cs typeface="Times New Roman" panose="02020603050405020304" pitchFamily="18" charset="0"/>
            </a:rPr>
            <a:t>T3</a:t>
          </a:r>
        </a:p>
      </dgm:t>
    </dgm:pt>
    <dgm:pt modelId="{A3153876-B829-404D-B690-F902939540F0}" type="parTrans" cxnId="{D9B3F0F2-3A8E-4FF8-A39C-1F46AEB938DF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6A939C-5412-468E-8ACD-297CA9A5BF93}" type="sibTrans" cxnId="{D9B3F0F2-3A8E-4FF8-A39C-1F46AEB938DF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0852B3-59E2-4CDD-9384-79854EE26776}">
      <dgm:prSet phldrT="[Text]" phldr="0" custT="1"/>
      <dgm:spPr/>
      <dgm:t>
        <a:bodyPr/>
        <a:lstStyle/>
        <a:p>
          <a:r>
            <a:rPr lang="en-IN" sz="1200">
              <a:latin typeface="Times New Roman" panose="02020603050405020304" pitchFamily="18" charset="0"/>
              <a:cs typeface="Times New Roman" panose="02020603050405020304" pitchFamily="18" charset="0"/>
            </a:rPr>
            <a:t>Operand Fetch</a:t>
          </a:r>
        </a:p>
      </dgm:t>
    </dgm:pt>
    <dgm:pt modelId="{4D93151E-5597-4F42-ABC3-99DDBC3F792C}" type="parTrans" cxnId="{7221DBC3-235D-43AF-9E18-1A4B3B9EF5EF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5E09F4C-4017-4218-90CE-6BDA2B16ABFF}" type="sibTrans" cxnId="{7221DBC3-235D-43AF-9E18-1A4B3B9EF5EF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4B2BF4-F32B-4A5A-A639-D6312A72B3B2}">
      <dgm:prSet phldrT="[Text]" phldr="0" custT="1"/>
      <dgm:spPr/>
      <dgm:t>
        <a:bodyPr/>
        <a:lstStyle/>
        <a:p>
          <a:r>
            <a:rPr lang="en-IN" sz="4400">
              <a:latin typeface="Times New Roman" panose="02020603050405020304" pitchFamily="18" charset="0"/>
              <a:cs typeface="Times New Roman" panose="02020603050405020304" pitchFamily="18" charset="0"/>
            </a:rPr>
            <a:t>T4</a:t>
          </a:r>
        </a:p>
      </dgm:t>
    </dgm:pt>
    <dgm:pt modelId="{3CA1A706-E8C9-414F-B9D7-01AE00C12561}" type="parTrans" cxnId="{7FCF0C43-8154-4A9A-ACE2-D11943C07324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4EEE18-51A9-4492-86DA-1E99339E9797}" type="sibTrans" cxnId="{7FCF0C43-8154-4A9A-ACE2-D11943C07324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E92AAB-04C5-4007-AAC9-54F9AE02D1E1}">
      <dgm:prSet phldrT="[Text]" phldr="0" custT="1"/>
      <dgm:spPr/>
      <dgm:t>
        <a:bodyPr/>
        <a:lstStyle/>
        <a:p>
          <a:r>
            <a:rPr lang="en-IN" sz="1200">
              <a:latin typeface="Times New Roman" panose="02020603050405020304" pitchFamily="18" charset="0"/>
              <a:cs typeface="Times New Roman" panose="02020603050405020304" pitchFamily="18" charset="0"/>
            </a:rPr>
            <a:t>Executre Operation</a:t>
          </a:r>
        </a:p>
      </dgm:t>
    </dgm:pt>
    <dgm:pt modelId="{C1F98A74-CE26-4184-9862-134E5E5EB0FD}" type="parTrans" cxnId="{70CE1295-F9ED-41C9-8C1E-A2FC45D92B97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306ECA-84E3-4D19-B5D2-297217909D2C}" type="sibTrans" cxnId="{70CE1295-F9ED-41C9-8C1E-A2FC45D92B97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166E86-2706-46AE-B23F-B1F1939EE8A8}">
      <dgm:prSet phldrT="[Text]" phldr="0" custT="1"/>
      <dgm:spPr/>
      <dgm:t>
        <a:bodyPr/>
        <a:lstStyle/>
        <a:p>
          <a:r>
            <a:rPr lang="en-IN" sz="4400">
              <a:latin typeface="Times New Roman" panose="02020603050405020304" pitchFamily="18" charset="0"/>
              <a:cs typeface="Times New Roman" panose="02020603050405020304" pitchFamily="18" charset="0"/>
            </a:rPr>
            <a:t>T5</a:t>
          </a:r>
        </a:p>
      </dgm:t>
    </dgm:pt>
    <dgm:pt modelId="{FFB23EB0-1AC3-4643-A345-526570E4B3CD}" type="parTrans" cxnId="{58ACFFCE-3982-4643-B4BB-8ACCBE1F3FB6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70ED04-D5BE-445B-80FB-790A2C7EA62B}" type="sibTrans" cxnId="{58ACFFCE-3982-4643-B4BB-8ACCBE1F3FB6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294909-1207-4CAC-8B36-75A46AB0BFC0}">
      <dgm:prSet phldrT="[Text]" phldr="0" custT="1"/>
      <dgm:spPr/>
      <dgm:t>
        <a:bodyPr/>
        <a:lstStyle/>
        <a:p>
          <a:r>
            <a:rPr lang="en-IN" sz="1200">
              <a:latin typeface="Times New Roman" panose="02020603050405020304" pitchFamily="18" charset="0"/>
              <a:cs typeface="Times New Roman" panose="02020603050405020304" pitchFamily="18" charset="0"/>
            </a:rPr>
            <a:t>Store Results/Update Flags</a:t>
          </a:r>
        </a:p>
      </dgm:t>
    </dgm:pt>
    <dgm:pt modelId="{3F47FF83-30FD-46C5-A6BE-10A6CC60807C}" type="parTrans" cxnId="{D3B7A651-9AA9-4E6E-8EF5-59D73FD96B95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67D602-1542-4FA3-AB76-7FA3D13F59D1}" type="sibTrans" cxnId="{D3B7A651-9AA9-4E6E-8EF5-59D73FD96B95}">
      <dgm:prSet/>
      <dgm:spPr/>
      <dgm:t>
        <a:bodyPr/>
        <a:lstStyle/>
        <a:p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9FCC7B-6CC8-49CC-B418-08F8B865E8C7}" type="pres">
      <dgm:prSet presAssocID="{A7422492-F115-44FA-AA5C-4FF6DA52C39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9D62BACF-261D-41C3-BC9A-4A2CD23D99E5}" type="pres">
      <dgm:prSet presAssocID="{E728F2EB-CDD7-4C7A-BB65-5F2D2FDE5CA7}" presName="root" presStyleCnt="0"/>
      <dgm:spPr/>
    </dgm:pt>
    <dgm:pt modelId="{32E2112E-76E2-4EA3-9ACE-3DF5FAB6BF20}" type="pres">
      <dgm:prSet presAssocID="{E728F2EB-CDD7-4C7A-BB65-5F2D2FDE5CA7}" presName="rootComposite" presStyleCnt="0"/>
      <dgm:spPr/>
    </dgm:pt>
    <dgm:pt modelId="{0E48FEEA-063A-4EE4-8D0D-AF34C27F280D}" type="pres">
      <dgm:prSet presAssocID="{E728F2EB-CDD7-4C7A-BB65-5F2D2FDE5CA7}" presName="rootText" presStyleLbl="node1" presStyleIdx="0" presStyleCnt="6"/>
      <dgm:spPr/>
      <dgm:t>
        <a:bodyPr/>
        <a:lstStyle/>
        <a:p>
          <a:endParaRPr lang="en-IN"/>
        </a:p>
      </dgm:t>
    </dgm:pt>
    <dgm:pt modelId="{96F934BA-9400-4085-A849-600C7423EEA8}" type="pres">
      <dgm:prSet presAssocID="{E728F2EB-CDD7-4C7A-BB65-5F2D2FDE5CA7}" presName="rootConnector" presStyleLbl="node1" presStyleIdx="0" presStyleCnt="6"/>
      <dgm:spPr/>
      <dgm:t>
        <a:bodyPr/>
        <a:lstStyle/>
        <a:p>
          <a:endParaRPr lang="en-IN"/>
        </a:p>
      </dgm:t>
    </dgm:pt>
    <dgm:pt modelId="{16CBA80C-E8AF-4869-A93D-BB31236D1570}" type="pres">
      <dgm:prSet presAssocID="{E728F2EB-CDD7-4C7A-BB65-5F2D2FDE5CA7}" presName="childShape" presStyleCnt="0"/>
      <dgm:spPr/>
    </dgm:pt>
    <dgm:pt modelId="{34EB31E3-0ED4-490D-9B73-5A17978B7C6A}" type="pres">
      <dgm:prSet presAssocID="{C92AC909-966C-4998-BF3E-F69E7C7A8FBD}" presName="Name13" presStyleLbl="parChTrans1D2" presStyleIdx="0" presStyleCnt="8"/>
      <dgm:spPr/>
      <dgm:t>
        <a:bodyPr/>
        <a:lstStyle/>
        <a:p>
          <a:endParaRPr lang="en-IN"/>
        </a:p>
      </dgm:t>
    </dgm:pt>
    <dgm:pt modelId="{C2E5A968-3CF8-4F3A-8640-A9C0162FECD9}" type="pres">
      <dgm:prSet presAssocID="{DE5851DC-383F-4CE4-A963-464C5D9AEAF7}" presName="childText" presStyleLbl="bgAcc1" presStyleIdx="0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6DE0D40-E00B-489C-B46E-2D0CB29D38A8}" type="pres">
      <dgm:prSet presAssocID="{8B7637E0-05B0-4992-8323-48F71CBABF4D}" presName="Name13" presStyleLbl="parChTrans1D2" presStyleIdx="1" presStyleCnt="8"/>
      <dgm:spPr/>
      <dgm:t>
        <a:bodyPr/>
        <a:lstStyle/>
        <a:p>
          <a:endParaRPr lang="en-IN"/>
        </a:p>
      </dgm:t>
    </dgm:pt>
    <dgm:pt modelId="{E675B92E-4146-483C-B35D-A3CC9AF79EEB}" type="pres">
      <dgm:prSet presAssocID="{B6A33E13-1765-4D32-A3F0-2FDDC9BDEF18}" presName="childText" presStyleLbl="bgAcc1" presStyleIdx="1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C743764-F1DD-41AF-9CB4-35CF5B12427A}" type="pres">
      <dgm:prSet presAssocID="{339FFD9B-8097-46B5-A414-4D9F82984109}" presName="root" presStyleCnt="0"/>
      <dgm:spPr/>
    </dgm:pt>
    <dgm:pt modelId="{2A95092B-98AB-4A22-989B-CD2BCA66BAC1}" type="pres">
      <dgm:prSet presAssocID="{339FFD9B-8097-46B5-A414-4D9F82984109}" presName="rootComposite" presStyleCnt="0"/>
      <dgm:spPr/>
    </dgm:pt>
    <dgm:pt modelId="{89BC3D0B-C793-4729-911A-12B53E3C524D}" type="pres">
      <dgm:prSet presAssocID="{339FFD9B-8097-46B5-A414-4D9F82984109}" presName="rootText" presStyleLbl="node1" presStyleIdx="1" presStyleCnt="6"/>
      <dgm:spPr/>
      <dgm:t>
        <a:bodyPr/>
        <a:lstStyle/>
        <a:p>
          <a:endParaRPr lang="en-IN"/>
        </a:p>
      </dgm:t>
    </dgm:pt>
    <dgm:pt modelId="{2F5BB852-8F84-446E-A9A3-DC3FB9B3DEEC}" type="pres">
      <dgm:prSet presAssocID="{339FFD9B-8097-46B5-A414-4D9F82984109}" presName="rootConnector" presStyleLbl="node1" presStyleIdx="1" presStyleCnt="6"/>
      <dgm:spPr/>
      <dgm:t>
        <a:bodyPr/>
        <a:lstStyle/>
        <a:p>
          <a:endParaRPr lang="en-IN"/>
        </a:p>
      </dgm:t>
    </dgm:pt>
    <dgm:pt modelId="{C45042B7-E665-46B8-BFAA-4D812A0E97F1}" type="pres">
      <dgm:prSet presAssocID="{339FFD9B-8097-46B5-A414-4D9F82984109}" presName="childShape" presStyleCnt="0"/>
      <dgm:spPr/>
    </dgm:pt>
    <dgm:pt modelId="{5CBF1CFC-F1A8-4162-9E46-E2E08FB7EA4F}" type="pres">
      <dgm:prSet presAssocID="{1F238CA7-1ED4-4DFE-B982-9254FD25A6E9}" presName="Name13" presStyleLbl="parChTrans1D2" presStyleIdx="2" presStyleCnt="8"/>
      <dgm:spPr/>
      <dgm:t>
        <a:bodyPr/>
        <a:lstStyle/>
        <a:p>
          <a:endParaRPr lang="en-IN"/>
        </a:p>
      </dgm:t>
    </dgm:pt>
    <dgm:pt modelId="{FDE06776-F9EB-4D61-A6DF-069FAE5267A9}" type="pres">
      <dgm:prSet presAssocID="{A2D347FA-A70C-410B-8D7B-BCC6DA414635}" presName="childText" presStyleLbl="bgAcc1" presStyleIdx="2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5EF3C7F-7743-4159-B497-F692715B14E7}" type="pres">
      <dgm:prSet presAssocID="{F1EDCF29-73E7-4510-B682-769A38815739}" presName="Name13" presStyleLbl="parChTrans1D2" presStyleIdx="3" presStyleCnt="8"/>
      <dgm:spPr/>
      <dgm:t>
        <a:bodyPr/>
        <a:lstStyle/>
        <a:p>
          <a:endParaRPr lang="en-IN"/>
        </a:p>
      </dgm:t>
    </dgm:pt>
    <dgm:pt modelId="{3E0D557C-1215-4E96-90D2-8967B47C05E5}" type="pres">
      <dgm:prSet presAssocID="{87021D46-DBD9-495E-AF14-565AF4AF3572}" presName="childText" presStyleLbl="bgAcc1" presStyleIdx="3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9DB1DF0-A3DF-4E66-9186-26B69F6D0EF2}" type="pres">
      <dgm:prSet presAssocID="{D95FD046-EB84-4402-A2DF-53F148E1A038}" presName="root" presStyleCnt="0"/>
      <dgm:spPr/>
    </dgm:pt>
    <dgm:pt modelId="{502533F9-705F-4438-94EF-A392C89C98CD}" type="pres">
      <dgm:prSet presAssocID="{D95FD046-EB84-4402-A2DF-53F148E1A038}" presName="rootComposite" presStyleCnt="0"/>
      <dgm:spPr/>
    </dgm:pt>
    <dgm:pt modelId="{C0078B64-C540-4DE7-8C77-8B7FB4F73993}" type="pres">
      <dgm:prSet presAssocID="{D95FD046-EB84-4402-A2DF-53F148E1A038}" presName="rootText" presStyleLbl="node1" presStyleIdx="2" presStyleCnt="6"/>
      <dgm:spPr/>
      <dgm:t>
        <a:bodyPr/>
        <a:lstStyle/>
        <a:p>
          <a:endParaRPr lang="en-IN"/>
        </a:p>
      </dgm:t>
    </dgm:pt>
    <dgm:pt modelId="{4D32B3EA-A639-47BE-9FDB-D6BC4715FE07}" type="pres">
      <dgm:prSet presAssocID="{D95FD046-EB84-4402-A2DF-53F148E1A038}" presName="rootConnector" presStyleLbl="node1" presStyleIdx="2" presStyleCnt="6"/>
      <dgm:spPr/>
      <dgm:t>
        <a:bodyPr/>
        <a:lstStyle/>
        <a:p>
          <a:endParaRPr lang="en-IN"/>
        </a:p>
      </dgm:t>
    </dgm:pt>
    <dgm:pt modelId="{37B50E36-2EF0-4EE7-9086-048BA4CB22AA}" type="pres">
      <dgm:prSet presAssocID="{D95FD046-EB84-4402-A2DF-53F148E1A038}" presName="childShape" presStyleCnt="0"/>
      <dgm:spPr/>
    </dgm:pt>
    <dgm:pt modelId="{CCFB6659-C543-48E5-8B77-9D393657D435}" type="pres">
      <dgm:prSet presAssocID="{C53E2F5B-6985-4B79-AD1B-0A5D62207DA0}" presName="Name13" presStyleLbl="parChTrans1D2" presStyleIdx="4" presStyleCnt="8"/>
      <dgm:spPr/>
      <dgm:t>
        <a:bodyPr/>
        <a:lstStyle/>
        <a:p>
          <a:endParaRPr lang="en-IN"/>
        </a:p>
      </dgm:t>
    </dgm:pt>
    <dgm:pt modelId="{C7496200-B3E7-4EB9-8E14-F412121EB2D8}" type="pres">
      <dgm:prSet presAssocID="{2836CBD1-1ECE-42F0-B93D-B72D03C2600B}" presName="childText" presStyleLbl="bgAcc1" presStyleIdx="4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6DE79F3-AA2C-44D3-B8AA-78B86E3DDDB1}" type="pres">
      <dgm:prSet presAssocID="{FD2A46CA-F118-46D7-BC08-5B1C16D64CAB}" presName="root" presStyleCnt="0"/>
      <dgm:spPr/>
    </dgm:pt>
    <dgm:pt modelId="{B95CBB1F-7577-487B-BC74-D22B69F6FEA1}" type="pres">
      <dgm:prSet presAssocID="{FD2A46CA-F118-46D7-BC08-5B1C16D64CAB}" presName="rootComposite" presStyleCnt="0"/>
      <dgm:spPr/>
    </dgm:pt>
    <dgm:pt modelId="{B082FB87-CE3A-4F54-A926-459AC8094C4C}" type="pres">
      <dgm:prSet presAssocID="{FD2A46CA-F118-46D7-BC08-5B1C16D64CAB}" presName="rootText" presStyleLbl="node1" presStyleIdx="3" presStyleCnt="6"/>
      <dgm:spPr/>
      <dgm:t>
        <a:bodyPr/>
        <a:lstStyle/>
        <a:p>
          <a:endParaRPr lang="en-IN"/>
        </a:p>
      </dgm:t>
    </dgm:pt>
    <dgm:pt modelId="{223FD3C9-0730-4404-8E63-5F7771A91193}" type="pres">
      <dgm:prSet presAssocID="{FD2A46CA-F118-46D7-BC08-5B1C16D64CAB}" presName="rootConnector" presStyleLbl="node1" presStyleIdx="3" presStyleCnt="6"/>
      <dgm:spPr/>
      <dgm:t>
        <a:bodyPr/>
        <a:lstStyle/>
        <a:p>
          <a:endParaRPr lang="en-IN"/>
        </a:p>
      </dgm:t>
    </dgm:pt>
    <dgm:pt modelId="{55EFAC64-1932-4F8D-B5AA-DFA8DD473E18}" type="pres">
      <dgm:prSet presAssocID="{FD2A46CA-F118-46D7-BC08-5B1C16D64CAB}" presName="childShape" presStyleCnt="0"/>
      <dgm:spPr/>
    </dgm:pt>
    <dgm:pt modelId="{96657111-86EB-4003-A4C1-7EAEC93DABFF}" type="pres">
      <dgm:prSet presAssocID="{4D93151E-5597-4F42-ABC3-99DDBC3F792C}" presName="Name13" presStyleLbl="parChTrans1D2" presStyleIdx="5" presStyleCnt="8"/>
      <dgm:spPr/>
      <dgm:t>
        <a:bodyPr/>
        <a:lstStyle/>
        <a:p>
          <a:endParaRPr lang="en-IN"/>
        </a:p>
      </dgm:t>
    </dgm:pt>
    <dgm:pt modelId="{3EB0D2A2-3DBE-471B-9213-29CFA429882F}" type="pres">
      <dgm:prSet presAssocID="{8A0852B3-59E2-4CDD-9384-79854EE26776}" presName="childText" presStyleLbl="bgAcc1" presStyleIdx="5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A55D44A-338C-49BC-8F15-99AA591A3AD8}" type="pres">
      <dgm:prSet presAssocID="{084B2BF4-F32B-4A5A-A639-D6312A72B3B2}" presName="root" presStyleCnt="0"/>
      <dgm:spPr/>
    </dgm:pt>
    <dgm:pt modelId="{4CB2E380-AD0A-49F0-9E05-14F4CF22DBDC}" type="pres">
      <dgm:prSet presAssocID="{084B2BF4-F32B-4A5A-A639-D6312A72B3B2}" presName="rootComposite" presStyleCnt="0"/>
      <dgm:spPr/>
    </dgm:pt>
    <dgm:pt modelId="{793C6BA7-97A7-4915-B9BF-34D6AA208AA2}" type="pres">
      <dgm:prSet presAssocID="{084B2BF4-F32B-4A5A-A639-D6312A72B3B2}" presName="rootText" presStyleLbl="node1" presStyleIdx="4" presStyleCnt="6"/>
      <dgm:spPr/>
      <dgm:t>
        <a:bodyPr/>
        <a:lstStyle/>
        <a:p>
          <a:endParaRPr lang="en-IN"/>
        </a:p>
      </dgm:t>
    </dgm:pt>
    <dgm:pt modelId="{561A0965-5DAE-431F-ACFD-2BB05E812D1A}" type="pres">
      <dgm:prSet presAssocID="{084B2BF4-F32B-4A5A-A639-D6312A72B3B2}" presName="rootConnector" presStyleLbl="node1" presStyleIdx="4" presStyleCnt="6"/>
      <dgm:spPr/>
      <dgm:t>
        <a:bodyPr/>
        <a:lstStyle/>
        <a:p>
          <a:endParaRPr lang="en-IN"/>
        </a:p>
      </dgm:t>
    </dgm:pt>
    <dgm:pt modelId="{50DF6955-A3FF-409E-85E1-06D642B68B16}" type="pres">
      <dgm:prSet presAssocID="{084B2BF4-F32B-4A5A-A639-D6312A72B3B2}" presName="childShape" presStyleCnt="0"/>
      <dgm:spPr/>
    </dgm:pt>
    <dgm:pt modelId="{60D8BF05-82B5-4848-BCC2-20AA2854DF1F}" type="pres">
      <dgm:prSet presAssocID="{C1F98A74-CE26-4184-9862-134E5E5EB0FD}" presName="Name13" presStyleLbl="parChTrans1D2" presStyleIdx="6" presStyleCnt="8"/>
      <dgm:spPr/>
      <dgm:t>
        <a:bodyPr/>
        <a:lstStyle/>
        <a:p>
          <a:endParaRPr lang="en-IN"/>
        </a:p>
      </dgm:t>
    </dgm:pt>
    <dgm:pt modelId="{7AA1C107-6646-40AE-9600-3E6EB93FB0E1}" type="pres">
      <dgm:prSet presAssocID="{C7E92AAB-04C5-4007-AAC9-54F9AE02D1E1}" presName="childText" presStyleLbl="bgAcc1" presStyleIdx="6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D8FDA26-513B-4B9A-8563-B3B43363D5F5}" type="pres">
      <dgm:prSet presAssocID="{70166E86-2706-46AE-B23F-B1F1939EE8A8}" presName="root" presStyleCnt="0"/>
      <dgm:spPr/>
    </dgm:pt>
    <dgm:pt modelId="{15F0A801-CFA1-4EE7-858D-C13F27F3F6F0}" type="pres">
      <dgm:prSet presAssocID="{70166E86-2706-46AE-B23F-B1F1939EE8A8}" presName="rootComposite" presStyleCnt="0"/>
      <dgm:spPr/>
    </dgm:pt>
    <dgm:pt modelId="{53BBF7EF-D1D9-4036-82A1-A508E16697FE}" type="pres">
      <dgm:prSet presAssocID="{70166E86-2706-46AE-B23F-B1F1939EE8A8}" presName="rootText" presStyleLbl="node1" presStyleIdx="5" presStyleCnt="6"/>
      <dgm:spPr/>
      <dgm:t>
        <a:bodyPr/>
        <a:lstStyle/>
        <a:p>
          <a:endParaRPr lang="en-IN"/>
        </a:p>
      </dgm:t>
    </dgm:pt>
    <dgm:pt modelId="{5C53CFFE-4351-46E6-8815-79F7B025AE6B}" type="pres">
      <dgm:prSet presAssocID="{70166E86-2706-46AE-B23F-B1F1939EE8A8}" presName="rootConnector" presStyleLbl="node1" presStyleIdx="5" presStyleCnt="6"/>
      <dgm:spPr/>
      <dgm:t>
        <a:bodyPr/>
        <a:lstStyle/>
        <a:p>
          <a:endParaRPr lang="en-IN"/>
        </a:p>
      </dgm:t>
    </dgm:pt>
    <dgm:pt modelId="{D468593F-4C78-4371-830F-E69B7AC7A1DC}" type="pres">
      <dgm:prSet presAssocID="{70166E86-2706-46AE-B23F-B1F1939EE8A8}" presName="childShape" presStyleCnt="0"/>
      <dgm:spPr/>
    </dgm:pt>
    <dgm:pt modelId="{91D4A401-1CED-4241-AC74-8E5FC3547045}" type="pres">
      <dgm:prSet presAssocID="{3F47FF83-30FD-46C5-A6BE-10A6CC60807C}" presName="Name13" presStyleLbl="parChTrans1D2" presStyleIdx="7" presStyleCnt="8"/>
      <dgm:spPr/>
      <dgm:t>
        <a:bodyPr/>
        <a:lstStyle/>
        <a:p>
          <a:endParaRPr lang="en-IN"/>
        </a:p>
      </dgm:t>
    </dgm:pt>
    <dgm:pt modelId="{D473C91D-1BB5-4298-95B0-25CE04CBE336}" type="pres">
      <dgm:prSet presAssocID="{7B294909-1207-4CAC-8B36-75A46AB0BFC0}" presName="childText" presStyleLbl="bgAcc1" presStyleIdx="7" presStyleCnt="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6EC7D27E-224A-42B6-95B6-4B4CCC79B70C}" type="presOf" srcId="{C53E2F5B-6985-4B79-AD1B-0A5D62207DA0}" destId="{CCFB6659-C543-48E5-8B77-9D393657D435}" srcOrd="0" destOrd="0" presId="urn:microsoft.com/office/officeart/2005/8/layout/hierarchy3"/>
    <dgm:cxn modelId="{409D3D9C-5308-4592-A234-22C00B16DE64}" type="presOf" srcId="{084B2BF4-F32B-4A5A-A639-D6312A72B3B2}" destId="{793C6BA7-97A7-4915-B9BF-34D6AA208AA2}" srcOrd="0" destOrd="0" presId="urn:microsoft.com/office/officeart/2005/8/layout/hierarchy3"/>
    <dgm:cxn modelId="{04278E00-D59C-46E2-8723-697AB66C053C}" type="presOf" srcId="{A7422492-F115-44FA-AA5C-4FF6DA52C391}" destId="{299FCC7B-6CC8-49CC-B418-08F8B865E8C7}" srcOrd="0" destOrd="0" presId="urn:microsoft.com/office/officeart/2005/8/layout/hierarchy3"/>
    <dgm:cxn modelId="{D9B3F0F2-3A8E-4FF8-A39C-1F46AEB938DF}" srcId="{A7422492-F115-44FA-AA5C-4FF6DA52C391}" destId="{FD2A46CA-F118-46D7-BC08-5B1C16D64CAB}" srcOrd="3" destOrd="0" parTransId="{A3153876-B829-404D-B690-F902939540F0}" sibTransId="{C56A939C-5412-468E-8ACD-297CA9A5BF93}"/>
    <dgm:cxn modelId="{B4A2CA97-6579-4D48-889A-E12BFF314060}" type="presOf" srcId="{084B2BF4-F32B-4A5A-A639-D6312A72B3B2}" destId="{561A0965-5DAE-431F-ACFD-2BB05E812D1A}" srcOrd="1" destOrd="0" presId="urn:microsoft.com/office/officeart/2005/8/layout/hierarchy3"/>
    <dgm:cxn modelId="{FFCAE2E8-0CDA-4E6F-B07E-0D6290DBE0EA}" type="presOf" srcId="{A2D347FA-A70C-410B-8D7B-BCC6DA414635}" destId="{FDE06776-F9EB-4D61-A6DF-069FAE5267A9}" srcOrd="0" destOrd="0" presId="urn:microsoft.com/office/officeart/2005/8/layout/hierarchy3"/>
    <dgm:cxn modelId="{A8AA4B49-3ACC-4393-8B38-D2FFEAB5A76B}" srcId="{D95FD046-EB84-4402-A2DF-53F148E1A038}" destId="{2836CBD1-1ECE-42F0-B93D-B72D03C2600B}" srcOrd="0" destOrd="0" parTransId="{C53E2F5B-6985-4B79-AD1B-0A5D62207DA0}" sibTransId="{F24A17C0-72CA-40F4-90AB-1CDC16CB1F33}"/>
    <dgm:cxn modelId="{EDF03AE1-C375-4AA1-8D8F-6ABD9063FCD0}" type="presOf" srcId="{FD2A46CA-F118-46D7-BC08-5B1C16D64CAB}" destId="{223FD3C9-0730-4404-8E63-5F7771A91193}" srcOrd="1" destOrd="0" presId="urn:microsoft.com/office/officeart/2005/8/layout/hierarchy3"/>
    <dgm:cxn modelId="{3E4C41A9-C920-4A1E-8110-3181C7EEB5B8}" type="presOf" srcId="{339FFD9B-8097-46B5-A414-4D9F82984109}" destId="{2F5BB852-8F84-446E-A9A3-DC3FB9B3DEEC}" srcOrd="1" destOrd="0" presId="urn:microsoft.com/office/officeart/2005/8/layout/hierarchy3"/>
    <dgm:cxn modelId="{D3B7A651-9AA9-4E6E-8EF5-59D73FD96B95}" srcId="{70166E86-2706-46AE-B23F-B1F1939EE8A8}" destId="{7B294909-1207-4CAC-8B36-75A46AB0BFC0}" srcOrd="0" destOrd="0" parTransId="{3F47FF83-30FD-46C5-A6BE-10A6CC60807C}" sibTransId="{F367D602-1542-4FA3-AB76-7FA3D13F59D1}"/>
    <dgm:cxn modelId="{5F32ADE1-4742-4555-B924-A2E2D85BED6F}" type="presOf" srcId="{4D93151E-5597-4F42-ABC3-99DDBC3F792C}" destId="{96657111-86EB-4003-A4C1-7EAEC93DABFF}" srcOrd="0" destOrd="0" presId="urn:microsoft.com/office/officeart/2005/8/layout/hierarchy3"/>
    <dgm:cxn modelId="{81B2EF13-E5D0-4615-B2C5-695806560D0A}" srcId="{339FFD9B-8097-46B5-A414-4D9F82984109}" destId="{87021D46-DBD9-495E-AF14-565AF4AF3572}" srcOrd="1" destOrd="0" parTransId="{F1EDCF29-73E7-4510-B682-769A38815739}" sibTransId="{72C6725E-581A-439D-A606-CC2B121FE677}"/>
    <dgm:cxn modelId="{BC58D30D-C82C-4673-9DDA-F15E1EAAF188}" type="presOf" srcId="{8A0852B3-59E2-4CDD-9384-79854EE26776}" destId="{3EB0D2A2-3DBE-471B-9213-29CFA429882F}" srcOrd="0" destOrd="0" presId="urn:microsoft.com/office/officeart/2005/8/layout/hierarchy3"/>
    <dgm:cxn modelId="{9C0583A7-9D93-4D31-8B3F-54CAA5EC3B8A}" type="presOf" srcId="{7B294909-1207-4CAC-8B36-75A46AB0BFC0}" destId="{D473C91D-1BB5-4298-95B0-25CE04CBE336}" srcOrd="0" destOrd="0" presId="urn:microsoft.com/office/officeart/2005/8/layout/hierarchy3"/>
    <dgm:cxn modelId="{B111D0C7-58FE-4D66-A12D-7449D08E7E8D}" type="presOf" srcId="{E728F2EB-CDD7-4C7A-BB65-5F2D2FDE5CA7}" destId="{0E48FEEA-063A-4EE4-8D0D-AF34C27F280D}" srcOrd="0" destOrd="0" presId="urn:microsoft.com/office/officeart/2005/8/layout/hierarchy3"/>
    <dgm:cxn modelId="{4F3B1806-29CC-411E-8284-56456F4D803C}" type="presOf" srcId="{C1F98A74-CE26-4184-9862-134E5E5EB0FD}" destId="{60D8BF05-82B5-4848-BCC2-20AA2854DF1F}" srcOrd="0" destOrd="0" presId="urn:microsoft.com/office/officeart/2005/8/layout/hierarchy3"/>
    <dgm:cxn modelId="{DF2C0BDC-FF18-42B7-807F-C6F6464BADEF}" type="presOf" srcId="{3F47FF83-30FD-46C5-A6BE-10A6CC60807C}" destId="{91D4A401-1CED-4241-AC74-8E5FC3547045}" srcOrd="0" destOrd="0" presId="urn:microsoft.com/office/officeart/2005/8/layout/hierarchy3"/>
    <dgm:cxn modelId="{12F239EB-A07C-4E90-9AAD-8763261BCD5B}" type="presOf" srcId="{D95FD046-EB84-4402-A2DF-53F148E1A038}" destId="{4D32B3EA-A639-47BE-9FDB-D6BC4715FE07}" srcOrd="1" destOrd="0" presId="urn:microsoft.com/office/officeart/2005/8/layout/hierarchy3"/>
    <dgm:cxn modelId="{82845075-23BC-421F-B834-EF7FB1E0DECD}" type="presOf" srcId="{DE5851DC-383F-4CE4-A963-464C5D9AEAF7}" destId="{C2E5A968-3CF8-4F3A-8640-A9C0162FECD9}" srcOrd="0" destOrd="0" presId="urn:microsoft.com/office/officeart/2005/8/layout/hierarchy3"/>
    <dgm:cxn modelId="{7FCF0C43-8154-4A9A-ACE2-D11943C07324}" srcId="{A7422492-F115-44FA-AA5C-4FF6DA52C391}" destId="{084B2BF4-F32B-4A5A-A639-D6312A72B3B2}" srcOrd="4" destOrd="0" parTransId="{3CA1A706-E8C9-414F-B9D7-01AE00C12561}" sibTransId="{F14EEE18-51A9-4492-86DA-1E99339E9797}"/>
    <dgm:cxn modelId="{A6029EE2-8F0E-45A8-855A-4BC694FC8E90}" srcId="{A7422492-F115-44FA-AA5C-4FF6DA52C391}" destId="{339FFD9B-8097-46B5-A414-4D9F82984109}" srcOrd="1" destOrd="0" parTransId="{C039AA57-C8C3-43DC-8966-A1483E05844E}" sibTransId="{9D0240C6-200D-40D3-8662-925951775DB4}"/>
    <dgm:cxn modelId="{0C8CA302-2200-4BAE-A42E-6BAEE1B45FD5}" type="presOf" srcId="{1F238CA7-1ED4-4DFE-B982-9254FD25A6E9}" destId="{5CBF1CFC-F1A8-4162-9E46-E2E08FB7EA4F}" srcOrd="0" destOrd="0" presId="urn:microsoft.com/office/officeart/2005/8/layout/hierarchy3"/>
    <dgm:cxn modelId="{5D2D9761-3FBC-475D-9F48-E5697B605654}" type="presOf" srcId="{87021D46-DBD9-495E-AF14-565AF4AF3572}" destId="{3E0D557C-1215-4E96-90D2-8967B47C05E5}" srcOrd="0" destOrd="0" presId="urn:microsoft.com/office/officeart/2005/8/layout/hierarchy3"/>
    <dgm:cxn modelId="{2EF3A042-348D-495B-9724-B5D5C17D6999}" type="presOf" srcId="{FD2A46CA-F118-46D7-BC08-5B1C16D64CAB}" destId="{B082FB87-CE3A-4F54-A926-459AC8094C4C}" srcOrd="0" destOrd="0" presId="urn:microsoft.com/office/officeart/2005/8/layout/hierarchy3"/>
    <dgm:cxn modelId="{7221DBC3-235D-43AF-9E18-1A4B3B9EF5EF}" srcId="{FD2A46CA-F118-46D7-BC08-5B1C16D64CAB}" destId="{8A0852B3-59E2-4CDD-9384-79854EE26776}" srcOrd="0" destOrd="0" parTransId="{4D93151E-5597-4F42-ABC3-99DDBC3F792C}" sibTransId="{A5E09F4C-4017-4218-90CE-6BDA2B16ABFF}"/>
    <dgm:cxn modelId="{E1496F4F-5B33-421C-80A2-3291AD5194DA}" srcId="{339FFD9B-8097-46B5-A414-4D9F82984109}" destId="{A2D347FA-A70C-410B-8D7B-BCC6DA414635}" srcOrd="0" destOrd="0" parTransId="{1F238CA7-1ED4-4DFE-B982-9254FD25A6E9}" sibTransId="{F36FCDAE-C4CF-4991-8B8A-3B94D065F4BE}"/>
    <dgm:cxn modelId="{3F23AA4A-7E36-4F9A-B6D8-456205A40F05}" type="presOf" srcId="{70166E86-2706-46AE-B23F-B1F1939EE8A8}" destId="{5C53CFFE-4351-46E6-8815-79F7B025AE6B}" srcOrd="1" destOrd="0" presId="urn:microsoft.com/office/officeart/2005/8/layout/hierarchy3"/>
    <dgm:cxn modelId="{2ACF6E2E-27AF-4DB1-8AFB-2B2B14B7B28F}" srcId="{A7422492-F115-44FA-AA5C-4FF6DA52C391}" destId="{D95FD046-EB84-4402-A2DF-53F148E1A038}" srcOrd="2" destOrd="0" parTransId="{402393BC-2FAA-4E2D-A3C0-7A7447466CB9}" sibTransId="{ACE9F27D-91A7-44D4-A330-4A33D989DF75}"/>
    <dgm:cxn modelId="{9021AF23-650B-431A-8CF4-536AB74F14B3}" srcId="{E728F2EB-CDD7-4C7A-BB65-5F2D2FDE5CA7}" destId="{DE5851DC-383F-4CE4-A963-464C5D9AEAF7}" srcOrd="0" destOrd="0" parTransId="{C92AC909-966C-4998-BF3E-F69E7C7A8FBD}" sibTransId="{71A744E5-F197-4016-A7F8-B5F4B880B932}"/>
    <dgm:cxn modelId="{A3240DBB-C1D9-4A24-829F-D14BCFBD3D47}" srcId="{E728F2EB-CDD7-4C7A-BB65-5F2D2FDE5CA7}" destId="{B6A33E13-1765-4D32-A3F0-2FDDC9BDEF18}" srcOrd="1" destOrd="0" parTransId="{8B7637E0-05B0-4992-8323-48F71CBABF4D}" sibTransId="{6E579C81-0519-40C7-B651-F83267EE2290}"/>
    <dgm:cxn modelId="{597B0590-A076-41B5-B878-2ECADEB8DF76}" type="presOf" srcId="{70166E86-2706-46AE-B23F-B1F1939EE8A8}" destId="{53BBF7EF-D1D9-4036-82A1-A508E16697FE}" srcOrd="0" destOrd="0" presId="urn:microsoft.com/office/officeart/2005/8/layout/hierarchy3"/>
    <dgm:cxn modelId="{6E222C09-D16A-49CF-A6A6-BF02A758AE07}" type="presOf" srcId="{D95FD046-EB84-4402-A2DF-53F148E1A038}" destId="{C0078B64-C540-4DE7-8C77-8B7FB4F73993}" srcOrd="0" destOrd="0" presId="urn:microsoft.com/office/officeart/2005/8/layout/hierarchy3"/>
    <dgm:cxn modelId="{8B5884A3-4CD3-48C1-B3DB-892DEA3AA4DC}" type="presOf" srcId="{E728F2EB-CDD7-4C7A-BB65-5F2D2FDE5CA7}" destId="{96F934BA-9400-4085-A849-600C7423EEA8}" srcOrd="1" destOrd="0" presId="urn:microsoft.com/office/officeart/2005/8/layout/hierarchy3"/>
    <dgm:cxn modelId="{D519BE2D-0E24-47AC-9865-3FA3C1125935}" type="presOf" srcId="{C92AC909-966C-4998-BF3E-F69E7C7A8FBD}" destId="{34EB31E3-0ED4-490D-9B73-5A17978B7C6A}" srcOrd="0" destOrd="0" presId="urn:microsoft.com/office/officeart/2005/8/layout/hierarchy3"/>
    <dgm:cxn modelId="{DE14CABC-5DF2-483B-BDED-659B272D4CCD}" type="presOf" srcId="{339FFD9B-8097-46B5-A414-4D9F82984109}" destId="{89BC3D0B-C793-4729-911A-12B53E3C524D}" srcOrd="0" destOrd="0" presId="urn:microsoft.com/office/officeart/2005/8/layout/hierarchy3"/>
    <dgm:cxn modelId="{EEC57BD8-E56A-4EA8-B4E3-58E619429C5F}" type="presOf" srcId="{2836CBD1-1ECE-42F0-B93D-B72D03C2600B}" destId="{C7496200-B3E7-4EB9-8E14-F412121EB2D8}" srcOrd="0" destOrd="0" presId="urn:microsoft.com/office/officeart/2005/8/layout/hierarchy3"/>
    <dgm:cxn modelId="{A0CECDB8-D4B3-42E8-8F75-8E4E32A2F1AD}" type="presOf" srcId="{C7E92AAB-04C5-4007-AAC9-54F9AE02D1E1}" destId="{7AA1C107-6646-40AE-9600-3E6EB93FB0E1}" srcOrd="0" destOrd="0" presId="urn:microsoft.com/office/officeart/2005/8/layout/hierarchy3"/>
    <dgm:cxn modelId="{70CE1295-F9ED-41C9-8C1E-A2FC45D92B97}" srcId="{084B2BF4-F32B-4A5A-A639-D6312A72B3B2}" destId="{C7E92AAB-04C5-4007-AAC9-54F9AE02D1E1}" srcOrd="0" destOrd="0" parTransId="{C1F98A74-CE26-4184-9862-134E5E5EB0FD}" sibTransId="{36306ECA-84E3-4D19-B5D2-297217909D2C}"/>
    <dgm:cxn modelId="{F38E5D1E-8934-4315-BDD0-3E3FD7F7BA2F}" type="presOf" srcId="{8B7637E0-05B0-4992-8323-48F71CBABF4D}" destId="{D6DE0D40-E00B-489C-B46E-2D0CB29D38A8}" srcOrd="0" destOrd="0" presId="urn:microsoft.com/office/officeart/2005/8/layout/hierarchy3"/>
    <dgm:cxn modelId="{F25BA757-01F0-4A33-96AA-01987C0CAFA8}" type="presOf" srcId="{F1EDCF29-73E7-4510-B682-769A38815739}" destId="{25EF3C7F-7743-4159-B497-F692715B14E7}" srcOrd="0" destOrd="0" presId="urn:microsoft.com/office/officeart/2005/8/layout/hierarchy3"/>
    <dgm:cxn modelId="{60D38F2B-8509-4731-8FE3-46CDD5A24778}" srcId="{A7422492-F115-44FA-AA5C-4FF6DA52C391}" destId="{E728F2EB-CDD7-4C7A-BB65-5F2D2FDE5CA7}" srcOrd="0" destOrd="0" parTransId="{2D3A59FB-BFA8-4BEF-A186-12430C242852}" sibTransId="{60515485-BA09-4B1F-B225-0975FAC3BDBF}"/>
    <dgm:cxn modelId="{99C9DCEF-7A64-4F9C-89DC-54FD487669B8}" type="presOf" srcId="{B6A33E13-1765-4D32-A3F0-2FDDC9BDEF18}" destId="{E675B92E-4146-483C-B35D-A3CC9AF79EEB}" srcOrd="0" destOrd="0" presId="urn:microsoft.com/office/officeart/2005/8/layout/hierarchy3"/>
    <dgm:cxn modelId="{58ACFFCE-3982-4643-B4BB-8ACCBE1F3FB6}" srcId="{A7422492-F115-44FA-AA5C-4FF6DA52C391}" destId="{70166E86-2706-46AE-B23F-B1F1939EE8A8}" srcOrd="5" destOrd="0" parTransId="{FFB23EB0-1AC3-4643-A345-526570E4B3CD}" sibTransId="{7170ED04-D5BE-445B-80FB-790A2C7EA62B}"/>
    <dgm:cxn modelId="{A125B65F-8FAE-41A6-8161-4EB0EF647DDD}" type="presParOf" srcId="{299FCC7B-6CC8-49CC-B418-08F8B865E8C7}" destId="{9D62BACF-261D-41C3-BC9A-4A2CD23D99E5}" srcOrd="0" destOrd="0" presId="urn:microsoft.com/office/officeart/2005/8/layout/hierarchy3"/>
    <dgm:cxn modelId="{1FDFBF56-E875-4E44-9F59-9E5E0D02B092}" type="presParOf" srcId="{9D62BACF-261D-41C3-BC9A-4A2CD23D99E5}" destId="{32E2112E-76E2-4EA3-9ACE-3DF5FAB6BF20}" srcOrd="0" destOrd="0" presId="urn:microsoft.com/office/officeart/2005/8/layout/hierarchy3"/>
    <dgm:cxn modelId="{E52A84F4-BC39-41CB-88DE-5D105C40B4C3}" type="presParOf" srcId="{32E2112E-76E2-4EA3-9ACE-3DF5FAB6BF20}" destId="{0E48FEEA-063A-4EE4-8D0D-AF34C27F280D}" srcOrd="0" destOrd="0" presId="urn:microsoft.com/office/officeart/2005/8/layout/hierarchy3"/>
    <dgm:cxn modelId="{BD11EA39-3C6A-4F6B-89F1-50A86F0D969E}" type="presParOf" srcId="{32E2112E-76E2-4EA3-9ACE-3DF5FAB6BF20}" destId="{96F934BA-9400-4085-A849-600C7423EEA8}" srcOrd="1" destOrd="0" presId="urn:microsoft.com/office/officeart/2005/8/layout/hierarchy3"/>
    <dgm:cxn modelId="{E9D5290E-7AA1-49B5-8071-F4D7B0879C59}" type="presParOf" srcId="{9D62BACF-261D-41C3-BC9A-4A2CD23D99E5}" destId="{16CBA80C-E8AF-4869-A93D-BB31236D1570}" srcOrd="1" destOrd="0" presId="urn:microsoft.com/office/officeart/2005/8/layout/hierarchy3"/>
    <dgm:cxn modelId="{A021E6CE-6558-44DD-90B6-112A828DC65C}" type="presParOf" srcId="{16CBA80C-E8AF-4869-A93D-BB31236D1570}" destId="{34EB31E3-0ED4-490D-9B73-5A17978B7C6A}" srcOrd="0" destOrd="0" presId="urn:microsoft.com/office/officeart/2005/8/layout/hierarchy3"/>
    <dgm:cxn modelId="{5F8B69E6-3771-410D-B2EA-B4420B9EC3D3}" type="presParOf" srcId="{16CBA80C-E8AF-4869-A93D-BB31236D1570}" destId="{C2E5A968-3CF8-4F3A-8640-A9C0162FECD9}" srcOrd="1" destOrd="0" presId="urn:microsoft.com/office/officeart/2005/8/layout/hierarchy3"/>
    <dgm:cxn modelId="{1E07676D-8DC3-4409-A38F-5258875BDA39}" type="presParOf" srcId="{16CBA80C-E8AF-4869-A93D-BB31236D1570}" destId="{D6DE0D40-E00B-489C-B46E-2D0CB29D38A8}" srcOrd="2" destOrd="0" presId="urn:microsoft.com/office/officeart/2005/8/layout/hierarchy3"/>
    <dgm:cxn modelId="{2766FF2B-397E-47D6-A504-1D8F97060EC2}" type="presParOf" srcId="{16CBA80C-E8AF-4869-A93D-BB31236D1570}" destId="{E675B92E-4146-483C-B35D-A3CC9AF79EEB}" srcOrd="3" destOrd="0" presId="urn:microsoft.com/office/officeart/2005/8/layout/hierarchy3"/>
    <dgm:cxn modelId="{F3FF5DCF-9F0D-4DB1-BAFC-5CC803095E04}" type="presParOf" srcId="{299FCC7B-6CC8-49CC-B418-08F8B865E8C7}" destId="{2C743764-F1DD-41AF-9CB4-35CF5B12427A}" srcOrd="1" destOrd="0" presId="urn:microsoft.com/office/officeart/2005/8/layout/hierarchy3"/>
    <dgm:cxn modelId="{1E28C6AF-A67B-408C-B918-0DA8E21EFC0D}" type="presParOf" srcId="{2C743764-F1DD-41AF-9CB4-35CF5B12427A}" destId="{2A95092B-98AB-4A22-989B-CD2BCA66BAC1}" srcOrd="0" destOrd="0" presId="urn:microsoft.com/office/officeart/2005/8/layout/hierarchy3"/>
    <dgm:cxn modelId="{F7ED9C07-724C-4375-A90A-C910D169F0A8}" type="presParOf" srcId="{2A95092B-98AB-4A22-989B-CD2BCA66BAC1}" destId="{89BC3D0B-C793-4729-911A-12B53E3C524D}" srcOrd="0" destOrd="0" presId="urn:microsoft.com/office/officeart/2005/8/layout/hierarchy3"/>
    <dgm:cxn modelId="{AD05FF35-B1E9-466D-84C0-42D38D4BAEC6}" type="presParOf" srcId="{2A95092B-98AB-4A22-989B-CD2BCA66BAC1}" destId="{2F5BB852-8F84-446E-A9A3-DC3FB9B3DEEC}" srcOrd="1" destOrd="0" presId="urn:microsoft.com/office/officeart/2005/8/layout/hierarchy3"/>
    <dgm:cxn modelId="{EEA97335-FE9E-4626-A01E-73CB709D071E}" type="presParOf" srcId="{2C743764-F1DD-41AF-9CB4-35CF5B12427A}" destId="{C45042B7-E665-46B8-BFAA-4D812A0E97F1}" srcOrd="1" destOrd="0" presId="urn:microsoft.com/office/officeart/2005/8/layout/hierarchy3"/>
    <dgm:cxn modelId="{5637B1F9-FE4A-4F31-AA63-B537B2742780}" type="presParOf" srcId="{C45042B7-E665-46B8-BFAA-4D812A0E97F1}" destId="{5CBF1CFC-F1A8-4162-9E46-E2E08FB7EA4F}" srcOrd="0" destOrd="0" presId="urn:microsoft.com/office/officeart/2005/8/layout/hierarchy3"/>
    <dgm:cxn modelId="{FB845E4C-BD1F-420B-89AE-66E599E9BCE7}" type="presParOf" srcId="{C45042B7-E665-46B8-BFAA-4D812A0E97F1}" destId="{FDE06776-F9EB-4D61-A6DF-069FAE5267A9}" srcOrd="1" destOrd="0" presId="urn:microsoft.com/office/officeart/2005/8/layout/hierarchy3"/>
    <dgm:cxn modelId="{11F3974E-7D0F-4B55-BA14-44E5C91E0BEE}" type="presParOf" srcId="{C45042B7-E665-46B8-BFAA-4D812A0E97F1}" destId="{25EF3C7F-7743-4159-B497-F692715B14E7}" srcOrd="2" destOrd="0" presId="urn:microsoft.com/office/officeart/2005/8/layout/hierarchy3"/>
    <dgm:cxn modelId="{1D233F93-4A44-427C-997A-8998DCCBD619}" type="presParOf" srcId="{C45042B7-E665-46B8-BFAA-4D812A0E97F1}" destId="{3E0D557C-1215-4E96-90D2-8967B47C05E5}" srcOrd="3" destOrd="0" presId="urn:microsoft.com/office/officeart/2005/8/layout/hierarchy3"/>
    <dgm:cxn modelId="{F5630F10-99B2-44D9-806D-4C55F359EC6A}" type="presParOf" srcId="{299FCC7B-6CC8-49CC-B418-08F8B865E8C7}" destId="{D9DB1DF0-A3DF-4E66-9186-26B69F6D0EF2}" srcOrd="2" destOrd="0" presId="urn:microsoft.com/office/officeart/2005/8/layout/hierarchy3"/>
    <dgm:cxn modelId="{725CDDB4-4BEB-49AC-91CA-967296D04282}" type="presParOf" srcId="{D9DB1DF0-A3DF-4E66-9186-26B69F6D0EF2}" destId="{502533F9-705F-4438-94EF-A392C89C98CD}" srcOrd="0" destOrd="0" presId="urn:microsoft.com/office/officeart/2005/8/layout/hierarchy3"/>
    <dgm:cxn modelId="{C0DAE94C-8574-4784-ACFD-E9CBF142E66F}" type="presParOf" srcId="{502533F9-705F-4438-94EF-A392C89C98CD}" destId="{C0078B64-C540-4DE7-8C77-8B7FB4F73993}" srcOrd="0" destOrd="0" presId="urn:microsoft.com/office/officeart/2005/8/layout/hierarchy3"/>
    <dgm:cxn modelId="{75E23C49-502D-4CBA-A01E-49E2C350AEC7}" type="presParOf" srcId="{502533F9-705F-4438-94EF-A392C89C98CD}" destId="{4D32B3EA-A639-47BE-9FDB-D6BC4715FE07}" srcOrd="1" destOrd="0" presId="urn:microsoft.com/office/officeart/2005/8/layout/hierarchy3"/>
    <dgm:cxn modelId="{63C0624C-2FC1-43EE-B0F4-BB9B41D52F59}" type="presParOf" srcId="{D9DB1DF0-A3DF-4E66-9186-26B69F6D0EF2}" destId="{37B50E36-2EF0-4EE7-9086-048BA4CB22AA}" srcOrd="1" destOrd="0" presId="urn:microsoft.com/office/officeart/2005/8/layout/hierarchy3"/>
    <dgm:cxn modelId="{65C79322-BE5A-445F-BBFD-241C1FF778CD}" type="presParOf" srcId="{37B50E36-2EF0-4EE7-9086-048BA4CB22AA}" destId="{CCFB6659-C543-48E5-8B77-9D393657D435}" srcOrd="0" destOrd="0" presId="urn:microsoft.com/office/officeart/2005/8/layout/hierarchy3"/>
    <dgm:cxn modelId="{F2E340EA-C045-419F-A712-C2D3BD64BF6E}" type="presParOf" srcId="{37B50E36-2EF0-4EE7-9086-048BA4CB22AA}" destId="{C7496200-B3E7-4EB9-8E14-F412121EB2D8}" srcOrd="1" destOrd="0" presId="urn:microsoft.com/office/officeart/2005/8/layout/hierarchy3"/>
    <dgm:cxn modelId="{9876897F-46D3-4132-9418-9F25546E2EE7}" type="presParOf" srcId="{299FCC7B-6CC8-49CC-B418-08F8B865E8C7}" destId="{86DE79F3-AA2C-44D3-B8AA-78B86E3DDDB1}" srcOrd="3" destOrd="0" presId="urn:microsoft.com/office/officeart/2005/8/layout/hierarchy3"/>
    <dgm:cxn modelId="{0D923B81-371F-450E-8D4C-72F789A6DC2F}" type="presParOf" srcId="{86DE79F3-AA2C-44D3-B8AA-78B86E3DDDB1}" destId="{B95CBB1F-7577-487B-BC74-D22B69F6FEA1}" srcOrd="0" destOrd="0" presId="urn:microsoft.com/office/officeart/2005/8/layout/hierarchy3"/>
    <dgm:cxn modelId="{A66975A9-708A-4D70-8790-AFA9CF927239}" type="presParOf" srcId="{B95CBB1F-7577-487B-BC74-D22B69F6FEA1}" destId="{B082FB87-CE3A-4F54-A926-459AC8094C4C}" srcOrd="0" destOrd="0" presId="urn:microsoft.com/office/officeart/2005/8/layout/hierarchy3"/>
    <dgm:cxn modelId="{9E492453-D948-49F5-BAB1-C9AA68315ED7}" type="presParOf" srcId="{B95CBB1F-7577-487B-BC74-D22B69F6FEA1}" destId="{223FD3C9-0730-4404-8E63-5F7771A91193}" srcOrd="1" destOrd="0" presId="urn:microsoft.com/office/officeart/2005/8/layout/hierarchy3"/>
    <dgm:cxn modelId="{305A4912-88C9-4DF3-8F19-4B0C50B71D72}" type="presParOf" srcId="{86DE79F3-AA2C-44D3-B8AA-78B86E3DDDB1}" destId="{55EFAC64-1932-4F8D-B5AA-DFA8DD473E18}" srcOrd="1" destOrd="0" presId="urn:microsoft.com/office/officeart/2005/8/layout/hierarchy3"/>
    <dgm:cxn modelId="{A4328BAC-BDAA-4391-909F-B9C5967AAF93}" type="presParOf" srcId="{55EFAC64-1932-4F8D-B5AA-DFA8DD473E18}" destId="{96657111-86EB-4003-A4C1-7EAEC93DABFF}" srcOrd="0" destOrd="0" presId="urn:microsoft.com/office/officeart/2005/8/layout/hierarchy3"/>
    <dgm:cxn modelId="{6389584D-FF95-428B-86CE-086F11483BA8}" type="presParOf" srcId="{55EFAC64-1932-4F8D-B5AA-DFA8DD473E18}" destId="{3EB0D2A2-3DBE-471B-9213-29CFA429882F}" srcOrd="1" destOrd="0" presId="urn:microsoft.com/office/officeart/2005/8/layout/hierarchy3"/>
    <dgm:cxn modelId="{FFD2FDC9-E81A-46D0-86F9-0691DB6DB7E3}" type="presParOf" srcId="{299FCC7B-6CC8-49CC-B418-08F8B865E8C7}" destId="{FA55D44A-338C-49BC-8F15-99AA591A3AD8}" srcOrd="4" destOrd="0" presId="urn:microsoft.com/office/officeart/2005/8/layout/hierarchy3"/>
    <dgm:cxn modelId="{F47B57E7-F563-439B-9061-329E732125A2}" type="presParOf" srcId="{FA55D44A-338C-49BC-8F15-99AA591A3AD8}" destId="{4CB2E380-AD0A-49F0-9E05-14F4CF22DBDC}" srcOrd="0" destOrd="0" presId="urn:microsoft.com/office/officeart/2005/8/layout/hierarchy3"/>
    <dgm:cxn modelId="{D4372442-F612-49AD-A3E6-D75F00411855}" type="presParOf" srcId="{4CB2E380-AD0A-49F0-9E05-14F4CF22DBDC}" destId="{793C6BA7-97A7-4915-B9BF-34D6AA208AA2}" srcOrd="0" destOrd="0" presId="urn:microsoft.com/office/officeart/2005/8/layout/hierarchy3"/>
    <dgm:cxn modelId="{2D7BC464-BC2D-4FEA-958F-84F8281984E2}" type="presParOf" srcId="{4CB2E380-AD0A-49F0-9E05-14F4CF22DBDC}" destId="{561A0965-5DAE-431F-ACFD-2BB05E812D1A}" srcOrd="1" destOrd="0" presId="urn:microsoft.com/office/officeart/2005/8/layout/hierarchy3"/>
    <dgm:cxn modelId="{4979351B-E550-4954-AF6A-67D71D99E298}" type="presParOf" srcId="{FA55D44A-338C-49BC-8F15-99AA591A3AD8}" destId="{50DF6955-A3FF-409E-85E1-06D642B68B16}" srcOrd="1" destOrd="0" presId="urn:microsoft.com/office/officeart/2005/8/layout/hierarchy3"/>
    <dgm:cxn modelId="{7B487162-CB63-4E50-B861-DF5BED0D5B6D}" type="presParOf" srcId="{50DF6955-A3FF-409E-85E1-06D642B68B16}" destId="{60D8BF05-82B5-4848-BCC2-20AA2854DF1F}" srcOrd="0" destOrd="0" presId="urn:microsoft.com/office/officeart/2005/8/layout/hierarchy3"/>
    <dgm:cxn modelId="{31BE4588-D389-4CA9-AC16-4954671A0195}" type="presParOf" srcId="{50DF6955-A3FF-409E-85E1-06D642B68B16}" destId="{7AA1C107-6646-40AE-9600-3E6EB93FB0E1}" srcOrd="1" destOrd="0" presId="urn:microsoft.com/office/officeart/2005/8/layout/hierarchy3"/>
    <dgm:cxn modelId="{8023D68F-D701-4EA6-9858-AECFF1A43103}" type="presParOf" srcId="{299FCC7B-6CC8-49CC-B418-08F8B865E8C7}" destId="{ED8FDA26-513B-4B9A-8563-B3B43363D5F5}" srcOrd="5" destOrd="0" presId="urn:microsoft.com/office/officeart/2005/8/layout/hierarchy3"/>
    <dgm:cxn modelId="{B5E794B7-329B-494E-8878-78AC13BEF3A9}" type="presParOf" srcId="{ED8FDA26-513B-4B9A-8563-B3B43363D5F5}" destId="{15F0A801-CFA1-4EE7-858D-C13F27F3F6F0}" srcOrd="0" destOrd="0" presId="urn:microsoft.com/office/officeart/2005/8/layout/hierarchy3"/>
    <dgm:cxn modelId="{01043904-1B69-44AE-840C-9125E5D76603}" type="presParOf" srcId="{15F0A801-CFA1-4EE7-858D-C13F27F3F6F0}" destId="{53BBF7EF-D1D9-4036-82A1-A508E16697FE}" srcOrd="0" destOrd="0" presId="urn:microsoft.com/office/officeart/2005/8/layout/hierarchy3"/>
    <dgm:cxn modelId="{3CC08312-37A0-40B2-BC61-8CA135B1921F}" type="presParOf" srcId="{15F0A801-CFA1-4EE7-858D-C13F27F3F6F0}" destId="{5C53CFFE-4351-46E6-8815-79F7B025AE6B}" srcOrd="1" destOrd="0" presId="urn:microsoft.com/office/officeart/2005/8/layout/hierarchy3"/>
    <dgm:cxn modelId="{3DEC33B0-4EE4-452C-A1A5-4A59E777524D}" type="presParOf" srcId="{ED8FDA26-513B-4B9A-8563-B3B43363D5F5}" destId="{D468593F-4C78-4371-830F-E69B7AC7A1DC}" srcOrd="1" destOrd="0" presId="urn:microsoft.com/office/officeart/2005/8/layout/hierarchy3"/>
    <dgm:cxn modelId="{F06700BD-B631-479F-9912-838E0508DDEB}" type="presParOf" srcId="{D468593F-4C78-4371-830F-E69B7AC7A1DC}" destId="{91D4A401-1CED-4241-AC74-8E5FC3547045}" srcOrd="0" destOrd="0" presId="urn:microsoft.com/office/officeart/2005/8/layout/hierarchy3"/>
    <dgm:cxn modelId="{62AB5227-F532-4A3B-A344-EDA64101C5C4}" type="presParOf" srcId="{D468593F-4C78-4371-830F-E69B7AC7A1DC}" destId="{D473C91D-1BB5-4298-95B0-25CE04CBE336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EAD6C-0DAA-41DA-BD3D-C1E6F74FBD25}">
      <dsp:nvSpPr>
        <dsp:cNvPr id="0" name=""/>
        <dsp:cNvSpPr/>
      </dsp:nvSpPr>
      <dsp:spPr>
        <a:xfrm rot="5400000">
          <a:off x="-176164" y="177503"/>
          <a:ext cx="1174427" cy="8220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Design &amp; Logic Implementation</a:t>
          </a:r>
        </a:p>
      </dsp:txBody>
      <dsp:txXfrm rot="-5400000">
        <a:off x="1" y="412389"/>
        <a:ext cx="822099" cy="352328"/>
      </dsp:txXfrm>
    </dsp:sp>
    <dsp:sp modelId="{7D1D655B-1321-428A-8650-E2298A2D7902}">
      <dsp:nvSpPr>
        <dsp:cNvPr id="0" name=""/>
        <dsp:cNvSpPr/>
      </dsp:nvSpPr>
      <dsp:spPr>
        <a:xfrm rot="5400000">
          <a:off x="3994300" y="-3170862"/>
          <a:ext cx="763377" cy="710778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Using Logisim Evolution Software for Design and Logics Implementation.</a:t>
          </a:r>
        </a:p>
      </dsp:txBody>
      <dsp:txXfrm rot="-5400000">
        <a:off x="822099" y="38604"/>
        <a:ext cx="7070515" cy="688847"/>
      </dsp:txXfrm>
    </dsp:sp>
    <dsp:sp modelId="{C5C9F1DF-23FC-42E1-823B-8276BE5615FD}">
      <dsp:nvSpPr>
        <dsp:cNvPr id="0" name=""/>
        <dsp:cNvSpPr/>
      </dsp:nvSpPr>
      <dsp:spPr>
        <a:xfrm rot="5400000">
          <a:off x="-176164" y="1204147"/>
          <a:ext cx="1174427" cy="8220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HDL Simulation</a:t>
          </a:r>
        </a:p>
      </dsp:txBody>
      <dsp:txXfrm rot="-5400000">
        <a:off x="1" y="1439033"/>
        <a:ext cx="822099" cy="352328"/>
      </dsp:txXfrm>
    </dsp:sp>
    <dsp:sp modelId="{E3C36D24-6B7D-4F2E-BDB8-92361A882324}">
      <dsp:nvSpPr>
        <dsp:cNvPr id="0" name=""/>
        <dsp:cNvSpPr/>
      </dsp:nvSpPr>
      <dsp:spPr>
        <a:xfrm rot="5400000">
          <a:off x="3994300" y="-2144217"/>
          <a:ext cx="763377" cy="710778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Using Verilog (HDL) for RTL Design and Functional Simulation (Virtuoso)</a:t>
          </a:r>
        </a:p>
      </dsp:txBody>
      <dsp:txXfrm rot="-5400000">
        <a:off x="822099" y="1065249"/>
        <a:ext cx="7070515" cy="688847"/>
      </dsp:txXfrm>
    </dsp:sp>
    <dsp:sp modelId="{C3923826-C033-420B-BA86-97E628D2777E}">
      <dsp:nvSpPr>
        <dsp:cNvPr id="0" name=""/>
        <dsp:cNvSpPr/>
      </dsp:nvSpPr>
      <dsp:spPr>
        <a:xfrm rot="5400000">
          <a:off x="-176164" y="2230792"/>
          <a:ext cx="1174427" cy="8220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Schematics</a:t>
          </a:r>
        </a:p>
      </dsp:txBody>
      <dsp:txXfrm rot="-5400000">
        <a:off x="1" y="2465678"/>
        <a:ext cx="822099" cy="352328"/>
      </dsp:txXfrm>
    </dsp:sp>
    <dsp:sp modelId="{F8B9C1D5-01A3-43EA-8C79-F1D48F3171A3}">
      <dsp:nvSpPr>
        <dsp:cNvPr id="0" name=""/>
        <dsp:cNvSpPr/>
      </dsp:nvSpPr>
      <dsp:spPr>
        <a:xfrm rot="5400000">
          <a:off x="3994300" y="-1117572"/>
          <a:ext cx="763377" cy="710778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I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Using </a:t>
          </a:r>
          <a:r>
            <a:rPr lang="en-IN" sz="24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KiCad</a:t>
          </a:r>
          <a:r>
            <a:rPr lang="en-I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 Software for Electrical Rules Check (ERC)</a:t>
          </a:r>
        </a:p>
      </dsp:txBody>
      <dsp:txXfrm rot="-5400000">
        <a:off x="822099" y="2091894"/>
        <a:ext cx="7070515" cy="688847"/>
      </dsp:txXfrm>
    </dsp:sp>
    <dsp:sp modelId="{4CACF1D1-074A-4840-8C02-04104D7D31B8}">
      <dsp:nvSpPr>
        <dsp:cNvPr id="0" name=""/>
        <dsp:cNvSpPr/>
      </dsp:nvSpPr>
      <dsp:spPr>
        <a:xfrm rot="5400000">
          <a:off x="-176164" y="3257437"/>
          <a:ext cx="1174427" cy="8220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Breadboarding</a:t>
          </a:r>
        </a:p>
      </dsp:txBody>
      <dsp:txXfrm rot="-5400000">
        <a:off x="1" y="3492323"/>
        <a:ext cx="822099" cy="352328"/>
      </dsp:txXfrm>
    </dsp:sp>
    <dsp:sp modelId="{A4018583-F499-4925-B51A-13E444868A16}">
      <dsp:nvSpPr>
        <dsp:cNvPr id="0" name=""/>
        <dsp:cNvSpPr/>
      </dsp:nvSpPr>
      <dsp:spPr>
        <a:xfrm rot="5400000">
          <a:off x="3994300" y="-90928"/>
          <a:ext cx="763377" cy="710778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I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Stage where you verify the “Proof of Concept"</a:t>
          </a:r>
        </a:p>
      </dsp:txBody>
      <dsp:txXfrm rot="-5400000">
        <a:off x="822099" y="3118538"/>
        <a:ext cx="7070515" cy="6888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15C9C0-2A52-4EA5-9211-CDA355054898}">
      <dsp:nvSpPr>
        <dsp:cNvPr id="0" name=""/>
        <dsp:cNvSpPr/>
      </dsp:nvSpPr>
      <dsp:spPr>
        <a:xfrm>
          <a:off x="4742" y="2356479"/>
          <a:ext cx="1764268" cy="705707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Program Counter</a:t>
          </a:r>
        </a:p>
      </dsp:txBody>
      <dsp:txXfrm>
        <a:off x="357596" y="2356479"/>
        <a:ext cx="1058561" cy="705707"/>
      </dsp:txXfrm>
    </dsp:sp>
    <dsp:sp modelId="{63B8E5B0-D0DC-48F5-9FB6-A619B1AF8316}">
      <dsp:nvSpPr>
        <dsp:cNvPr id="0" name=""/>
        <dsp:cNvSpPr/>
      </dsp:nvSpPr>
      <dsp:spPr>
        <a:xfrm>
          <a:off x="1592583" y="2356479"/>
          <a:ext cx="1764268" cy="705707"/>
        </a:xfrm>
        <a:prstGeom prst="chevron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Memory Address Register</a:t>
          </a:r>
        </a:p>
      </dsp:txBody>
      <dsp:txXfrm>
        <a:off x="1945437" y="2356479"/>
        <a:ext cx="1058561" cy="705707"/>
      </dsp:txXfrm>
    </dsp:sp>
    <dsp:sp modelId="{53965E03-E2EB-4E77-AC01-E22988F80F80}">
      <dsp:nvSpPr>
        <dsp:cNvPr id="0" name=""/>
        <dsp:cNvSpPr/>
      </dsp:nvSpPr>
      <dsp:spPr>
        <a:xfrm>
          <a:off x="3180425" y="2356479"/>
          <a:ext cx="1764268" cy="705707"/>
        </a:xfrm>
        <a:prstGeom prst="chevron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Instruction Register</a:t>
          </a:r>
        </a:p>
      </dsp:txBody>
      <dsp:txXfrm>
        <a:off x="3533279" y="2356479"/>
        <a:ext cx="1058561" cy="705707"/>
      </dsp:txXfrm>
    </dsp:sp>
    <dsp:sp modelId="{2CBF028E-A7CD-4606-A2BB-39D3395A9EAF}">
      <dsp:nvSpPr>
        <dsp:cNvPr id="0" name=""/>
        <dsp:cNvSpPr/>
      </dsp:nvSpPr>
      <dsp:spPr>
        <a:xfrm>
          <a:off x="4768266" y="2356479"/>
          <a:ext cx="1764268" cy="705707"/>
        </a:xfrm>
        <a:prstGeom prst="chevron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Register (A &amp; B)</a:t>
          </a:r>
        </a:p>
      </dsp:txBody>
      <dsp:txXfrm>
        <a:off x="5121120" y="2356479"/>
        <a:ext cx="1058561" cy="705707"/>
      </dsp:txXfrm>
    </dsp:sp>
    <dsp:sp modelId="{2F304B3D-81E9-411A-8D4F-2146EAC5C78D}">
      <dsp:nvSpPr>
        <dsp:cNvPr id="0" name=""/>
        <dsp:cNvSpPr/>
      </dsp:nvSpPr>
      <dsp:spPr>
        <a:xfrm>
          <a:off x="6356107" y="2356479"/>
          <a:ext cx="1764268" cy="705707"/>
        </a:xfrm>
        <a:prstGeom prst="chevron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ALU</a:t>
          </a:r>
        </a:p>
      </dsp:txBody>
      <dsp:txXfrm>
        <a:off x="6708961" y="2356479"/>
        <a:ext cx="1058561" cy="705707"/>
      </dsp:txXfrm>
    </dsp:sp>
    <dsp:sp modelId="{3E30D4F7-F2D1-487D-A1EA-332ADF49B4C7}">
      <dsp:nvSpPr>
        <dsp:cNvPr id="0" name=""/>
        <dsp:cNvSpPr/>
      </dsp:nvSpPr>
      <dsp:spPr>
        <a:xfrm>
          <a:off x="7943949" y="2356479"/>
          <a:ext cx="1764268" cy="705707"/>
        </a:xfrm>
        <a:prstGeom prst="chevron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Control Unit</a:t>
          </a:r>
        </a:p>
      </dsp:txBody>
      <dsp:txXfrm>
        <a:off x="8296803" y="2356479"/>
        <a:ext cx="1058561" cy="7057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15C9C0-2A52-4EA5-9211-CDA355054898}">
      <dsp:nvSpPr>
        <dsp:cNvPr id="0" name=""/>
        <dsp:cNvSpPr/>
      </dsp:nvSpPr>
      <dsp:spPr>
        <a:xfrm>
          <a:off x="2371" y="2287237"/>
          <a:ext cx="2110482" cy="844192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7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ADD</a:t>
          </a:r>
        </a:p>
      </dsp:txBody>
      <dsp:txXfrm>
        <a:off x="424467" y="2287237"/>
        <a:ext cx="1266290" cy="844192"/>
      </dsp:txXfrm>
    </dsp:sp>
    <dsp:sp modelId="{63B8E5B0-D0DC-48F5-9FB6-A619B1AF8316}">
      <dsp:nvSpPr>
        <dsp:cNvPr id="0" name=""/>
        <dsp:cNvSpPr/>
      </dsp:nvSpPr>
      <dsp:spPr>
        <a:xfrm>
          <a:off x="1901805" y="2287237"/>
          <a:ext cx="2110482" cy="844192"/>
        </a:xfrm>
        <a:prstGeom prst="chevron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7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SUB</a:t>
          </a:r>
        </a:p>
      </dsp:txBody>
      <dsp:txXfrm>
        <a:off x="2323901" y="2287237"/>
        <a:ext cx="1266290" cy="844192"/>
      </dsp:txXfrm>
    </dsp:sp>
    <dsp:sp modelId="{53965E03-E2EB-4E77-AC01-E22988F80F80}">
      <dsp:nvSpPr>
        <dsp:cNvPr id="0" name=""/>
        <dsp:cNvSpPr/>
      </dsp:nvSpPr>
      <dsp:spPr>
        <a:xfrm>
          <a:off x="3801238" y="2287237"/>
          <a:ext cx="2110482" cy="844192"/>
        </a:xfrm>
        <a:prstGeom prst="chevron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7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LOAD</a:t>
          </a:r>
        </a:p>
      </dsp:txBody>
      <dsp:txXfrm>
        <a:off x="4223334" y="2287237"/>
        <a:ext cx="1266290" cy="844192"/>
      </dsp:txXfrm>
    </dsp:sp>
    <dsp:sp modelId="{2CBF028E-A7CD-4606-A2BB-39D3395A9EAF}">
      <dsp:nvSpPr>
        <dsp:cNvPr id="0" name=""/>
        <dsp:cNvSpPr/>
      </dsp:nvSpPr>
      <dsp:spPr>
        <a:xfrm>
          <a:off x="5700672" y="2287237"/>
          <a:ext cx="2110482" cy="844192"/>
        </a:xfrm>
        <a:prstGeom prst="chevron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7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STORE</a:t>
          </a:r>
        </a:p>
      </dsp:txBody>
      <dsp:txXfrm>
        <a:off x="6122768" y="2287237"/>
        <a:ext cx="1266290" cy="844192"/>
      </dsp:txXfrm>
    </dsp:sp>
    <dsp:sp modelId="{2F304B3D-81E9-411A-8D4F-2146EAC5C78D}">
      <dsp:nvSpPr>
        <dsp:cNvPr id="0" name=""/>
        <dsp:cNvSpPr/>
      </dsp:nvSpPr>
      <dsp:spPr>
        <a:xfrm>
          <a:off x="7600106" y="2287237"/>
          <a:ext cx="2110482" cy="844192"/>
        </a:xfrm>
        <a:prstGeom prst="chevron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7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JMP</a:t>
          </a:r>
        </a:p>
      </dsp:txBody>
      <dsp:txXfrm>
        <a:off x="8022202" y="2287237"/>
        <a:ext cx="1266290" cy="8441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709278-8FF4-4A78-B0AE-EB95DC35D89F}">
      <dsp:nvSpPr>
        <dsp:cNvPr id="0" name=""/>
        <dsp:cNvSpPr/>
      </dsp:nvSpPr>
      <dsp:spPr>
        <a:xfrm>
          <a:off x="2286838" y="0"/>
          <a:ext cx="1533102" cy="1533336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78BF8-C837-40F6-9F96-5CC23C95CB81}">
      <dsp:nvSpPr>
        <dsp:cNvPr id="0" name=""/>
        <dsp:cNvSpPr/>
      </dsp:nvSpPr>
      <dsp:spPr>
        <a:xfrm>
          <a:off x="2625704" y="553580"/>
          <a:ext cx="851915" cy="425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Fetch</a:t>
          </a:r>
        </a:p>
      </dsp:txBody>
      <dsp:txXfrm>
        <a:off x="2625704" y="553580"/>
        <a:ext cx="851915" cy="425855"/>
      </dsp:txXfrm>
    </dsp:sp>
    <dsp:sp modelId="{DA8C6321-2F8A-458E-A63D-96C517F370E3}">
      <dsp:nvSpPr>
        <dsp:cNvPr id="0" name=""/>
        <dsp:cNvSpPr/>
      </dsp:nvSpPr>
      <dsp:spPr>
        <a:xfrm>
          <a:off x="1861024" y="881015"/>
          <a:ext cx="1533102" cy="1533336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495C85-E18F-4605-AB2D-4CB921567AA5}">
      <dsp:nvSpPr>
        <dsp:cNvPr id="0" name=""/>
        <dsp:cNvSpPr/>
      </dsp:nvSpPr>
      <dsp:spPr>
        <a:xfrm>
          <a:off x="2201617" y="1439692"/>
          <a:ext cx="851915" cy="425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Decode</a:t>
          </a:r>
        </a:p>
      </dsp:txBody>
      <dsp:txXfrm>
        <a:off x="2201617" y="1439692"/>
        <a:ext cx="851915" cy="425855"/>
      </dsp:txXfrm>
    </dsp:sp>
    <dsp:sp modelId="{23FF9EF0-5101-41D7-859F-B9AB9F850D28}">
      <dsp:nvSpPr>
        <dsp:cNvPr id="0" name=""/>
        <dsp:cNvSpPr/>
      </dsp:nvSpPr>
      <dsp:spPr>
        <a:xfrm>
          <a:off x="2395954" y="1867459"/>
          <a:ext cx="1317172" cy="1317700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163207-CC3B-44D0-B3BB-4FF8544E61EF}">
      <dsp:nvSpPr>
        <dsp:cNvPr id="0" name=""/>
        <dsp:cNvSpPr/>
      </dsp:nvSpPr>
      <dsp:spPr>
        <a:xfrm>
          <a:off x="2627719" y="2327077"/>
          <a:ext cx="851915" cy="425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Execute</a:t>
          </a:r>
        </a:p>
      </dsp:txBody>
      <dsp:txXfrm>
        <a:off x="2627719" y="2327077"/>
        <a:ext cx="851915" cy="4258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48FEEA-063A-4EE4-8D0D-AF34C27F280D}">
      <dsp:nvSpPr>
        <dsp:cNvPr id="0" name=""/>
        <dsp:cNvSpPr/>
      </dsp:nvSpPr>
      <dsp:spPr>
        <a:xfrm>
          <a:off x="7965" y="1880004"/>
          <a:ext cx="1283568" cy="6417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55880" rIns="8382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400" kern="1200">
              <a:latin typeface="Times New Roman" panose="02020603050405020304" pitchFamily="18" charset="0"/>
              <a:cs typeface="Times New Roman" panose="02020603050405020304" pitchFamily="18" charset="0"/>
            </a:rPr>
            <a:t>T0</a:t>
          </a:r>
        </a:p>
      </dsp:txBody>
      <dsp:txXfrm>
        <a:off x="26762" y="1898801"/>
        <a:ext cx="1245974" cy="604190"/>
      </dsp:txXfrm>
    </dsp:sp>
    <dsp:sp modelId="{34EB31E3-0ED4-490D-9B73-5A17978B7C6A}">
      <dsp:nvSpPr>
        <dsp:cNvPr id="0" name=""/>
        <dsp:cNvSpPr/>
      </dsp:nvSpPr>
      <dsp:spPr>
        <a:xfrm>
          <a:off x="136322" y="2521788"/>
          <a:ext cx="128356" cy="481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1338"/>
              </a:lnTo>
              <a:lnTo>
                <a:pt x="128356" y="48133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E5A968-3CF8-4F3A-8640-A9C0162FECD9}">
      <dsp:nvSpPr>
        <dsp:cNvPr id="0" name=""/>
        <dsp:cNvSpPr/>
      </dsp:nvSpPr>
      <dsp:spPr>
        <a:xfrm>
          <a:off x="264679" y="2682234"/>
          <a:ext cx="1026854" cy="641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PC</a:t>
          </a:r>
        </a:p>
      </dsp:txBody>
      <dsp:txXfrm>
        <a:off x="283476" y="2701031"/>
        <a:ext cx="989260" cy="604190"/>
      </dsp:txXfrm>
    </dsp:sp>
    <dsp:sp modelId="{D6DE0D40-E00B-489C-B46E-2D0CB29D38A8}">
      <dsp:nvSpPr>
        <dsp:cNvPr id="0" name=""/>
        <dsp:cNvSpPr/>
      </dsp:nvSpPr>
      <dsp:spPr>
        <a:xfrm>
          <a:off x="136322" y="2521788"/>
          <a:ext cx="128356" cy="12835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3568"/>
              </a:lnTo>
              <a:lnTo>
                <a:pt x="128356" y="128356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75B92E-4146-483C-B35D-A3CC9AF79EEB}">
      <dsp:nvSpPr>
        <dsp:cNvPr id="0" name=""/>
        <dsp:cNvSpPr/>
      </dsp:nvSpPr>
      <dsp:spPr>
        <a:xfrm>
          <a:off x="264679" y="3484465"/>
          <a:ext cx="1026854" cy="641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965506"/>
              <a:satOff val="-2488"/>
              <a:lumOff val="-16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MAR</a:t>
          </a:r>
        </a:p>
      </dsp:txBody>
      <dsp:txXfrm>
        <a:off x="283476" y="3503262"/>
        <a:ext cx="989260" cy="604190"/>
      </dsp:txXfrm>
    </dsp:sp>
    <dsp:sp modelId="{89BC3D0B-C793-4729-911A-12B53E3C524D}">
      <dsp:nvSpPr>
        <dsp:cNvPr id="0" name=""/>
        <dsp:cNvSpPr/>
      </dsp:nvSpPr>
      <dsp:spPr>
        <a:xfrm>
          <a:off x="1612425" y="1880004"/>
          <a:ext cx="1283568" cy="641784"/>
        </a:xfrm>
        <a:prstGeom prst="roundRect">
          <a:avLst>
            <a:gd name="adj" fmla="val 10000"/>
          </a:avLst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55880" rIns="8382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400" kern="1200">
              <a:latin typeface="Times New Roman" panose="02020603050405020304" pitchFamily="18" charset="0"/>
              <a:cs typeface="Times New Roman" panose="02020603050405020304" pitchFamily="18" charset="0"/>
            </a:rPr>
            <a:t>T1</a:t>
          </a:r>
        </a:p>
      </dsp:txBody>
      <dsp:txXfrm>
        <a:off x="1631222" y="1898801"/>
        <a:ext cx="1245974" cy="604190"/>
      </dsp:txXfrm>
    </dsp:sp>
    <dsp:sp modelId="{5CBF1CFC-F1A8-4162-9E46-E2E08FB7EA4F}">
      <dsp:nvSpPr>
        <dsp:cNvPr id="0" name=""/>
        <dsp:cNvSpPr/>
      </dsp:nvSpPr>
      <dsp:spPr>
        <a:xfrm>
          <a:off x="1740782" y="2521788"/>
          <a:ext cx="128356" cy="481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1338"/>
              </a:lnTo>
              <a:lnTo>
                <a:pt x="128356" y="48133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E06776-F9EB-4D61-A6DF-069FAE5267A9}">
      <dsp:nvSpPr>
        <dsp:cNvPr id="0" name=""/>
        <dsp:cNvSpPr/>
      </dsp:nvSpPr>
      <dsp:spPr>
        <a:xfrm>
          <a:off x="1869139" y="2682234"/>
          <a:ext cx="1026854" cy="641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931012"/>
              <a:satOff val="-4977"/>
              <a:lumOff val="-33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Memory</a:t>
          </a:r>
        </a:p>
      </dsp:txBody>
      <dsp:txXfrm>
        <a:off x="1887936" y="2701031"/>
        <a:ext cx="989260" cy="604190"/>
      </dsp:txXfrm>
    </dsp:sp>
    <dsp:sp modelId="{25EF3C7F-7743-4159-B497-F692715B14E7}">
      <dsp:nvSpPr>
        <dsp:cNvPr id="0" name=""/>
        <dsp:cNvSpPr/>
      </dsp:nvSpPr>
      <dsp:spPr>
        <a:xfrm>
          <a:off x="1740782" y="2521788"/>
          <a:ext cx="128356" cy="12835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3568"/>
              </a:lnTo>
              <a:lnTo>
                <a:pt x="128356" y="128356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D557C-1215-4E96-90D2-8967B47C05E5}">
      <dsp:nvSpPr>
        <dsp:cNvPr id="0" name=""/>
        <dsp:cNvSpPr/>
      </dsp:nvSpPr>
      <dsp:spPr>
        <a:xfrm>
          <a:off x="1869139" y="3484465"/>
          <a:ext cx="1026854" cy="641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896518"/>
              <a:satOff val="-7465"/>
              <a:lumOff val="-50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IR, PC++</a:t>
          </a:r>
        </a:p>
      </dsp:txBody>
      <dsp:txXfrm>
        <a:off x="1887936" y="3503262"/>
        <a:ext cx="989260" cy="604190"/>
      </dsp:txXfrm>
    </dsp:sp>
    <dsp:sp modelId="{C0078B64-C540-4DE7-8C77-8B7FB4F73993}">
      <dsp:nvSpPr>
        <dsp:cNvPr id="0" name=""/>
        <dsp:cNvSpPr/>
      </dsp:nvSpPr>
      <dsp:spPr>
        <a:xfrm>
          <a:off x="3216885" y="1880004"/>
          <a:ext cx="1283568" cy="641784"/>
        </a:xfrm>
        <a:prstGeom prst="roundRect">
          <a:avLst>
            <a:gd name="adj" fmla="val 10000"/>
          </a:avLst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55880" rIns="8382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400" kern="1200">
              <a:latin typeface="Times New Roman" panose="02020603050405020304" pitchFamily="18" charset="0"/>
              <a:cs typeface="Times New Roman" panose="02020603050405020304" pitchFamily="18" charset="0"/>
            </a:rPr>
            <a:t>T2</a:t>
          </a:r>
        </a:p>
      </dsp:txBody>
      <dsp:txXfrm>
        <a:off x="3235682" y="1898801"/>
        <a:ext cx="1245974" cy="604190"/>
      </dsp:txXfrm>
    </dsp:sp>
    <dsp:sp modelId="{CCFB6659-C543-48E5-8B77-9D393657D435}">
      <dsp:nvSpPr>
        <dsp:cNvPr id="0" name=""/>
        <dsp:cNvSpPr/>
      </dsp:nvSpPr>
      <dsp:spPr>
        <a:xfrm>
          <a:off x="3345242" y="2521788"/>
          <a:ext cx="128356" cy="481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1338"/>
              </a:lnTo>
              <a:lnTo>
                <a:pt x="128356" y="48133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496200-B3E7-4EB9-8E14-F412121EB2D8}">
      <dsp:nvSpPr>
        <dsp:cNvPr id="0" name=""/>
        <dsp:cNvSpPr/>
      </dsp:nvSpPr>
      <dsp:spPr>
        <a:xfrm>
          <a:off x="3473599" y="2682234"/>
          <a:ext cx="1026854" cy="641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862025"/>
              <a:satOff val="-9954"/>
              <a:lumOff val="-67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Instruction Decode</a:t>
          </a:r>
        </a:p>
      </dsp:txBody>
      <dsp:txXfrm>
        <a:off x="3492396" y="2701031"/>
        <a:ext cx="989260" cy="604190"/>
      </dsp:txXfrm>
    </dsp:sp>
    <dsp:sp modelId="{B082FB87-CE3A-4F54-A926-459AC8094C4C}">
      <dsp:nvSpPr>
        <dsp:cNvPr id="0" name=""/>
        <dsp:cNvSpPr/>
      </dsp:nvSpPr>
      <dsp:spPr>
        <a:xfrm>
          <a:off x="4821346" y="1880004"/>
          <a:ext cx="1283568" cy="641784"/>
        </a:xfrm>
        <a:prstGeom prst="roundRect">
          <a:avLst>
            <a:gd name="adj" fmla="val 10000"/>
          </a:avLst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55880" rIns="8382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400" kern="1200">
              <a:latin typeface="Times New Roman" panose="02020603050405020304" pitchFamily="18" charset="0"/>
              <a:cs typeface="Times New Roman" panose="02020603050405020304" pitchFamily="18" charset="0"/>
            </a:rPr>
            <a:t>T3</a:t>
          </a:r>
        </a:p>
      </dsp:txBody>
      <dsp:txXfrm>
        <a:off x="4840143" y="1898801"/>
        <a:ext cx="1245974" cy="604190"/>
      </dsp:txXfrm>
    </dsp:sp>
    <dsp:sp modelId="{96657111-86EB-4003-A4C1-7EAEC93DABFF}">
      <dsp:nvSpPr>
        <dsp:cNvPr id="0" name=""/>
        <dsp:cNvSpPr/>
      </dsp:nvSpPr>
      <dsp:spPr>
        <a:xfrm>
          <a:off x="4949702" y="2521788"/>
          <a:ext cx="128356" cy="481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1338"/>
              </a:lnTo>
              <a:lnTo>
                <a:pt x="128356" y="48133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B0D2A2-3DBE-471B-9213-29CFA429882F}">
      <dsp:nvSpPr>
        <dsp:cNvPr id="0" name=""/>
        <dsp:cNvSpPr/>
      </dsp:nvSpPr>
      <dsp:spPr>
        <a:xfrm>
          <a:off x="5078059" y="2682234"/>
          <a:ext cx="1026854" cy="641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827531"/>
              <a:satOff val="-12442"/>
              <a:lumOff val="-84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Operand Fetch</a:t>
          </a:r>
        </a:p>
      </dsp:txBody>
      <dsp:txXfrm>
        <a:off x="5096856" y="2701031"/>
        <a:ext cx="989260" cy="604190"/>
      </dsp:txXfrm>
    </dsp:sp>
    <dsp:sp modelId="{793C6BA7-97A7-4915-B9BF-34D6AA208AA2}">
      <dsp:nvSpPr>
        <dsp:cNvPr id="0" name=""/>
        <dsp:cNvSpPr/>
      </dsp:nvSpPr>
      <dsp:spPr>
        <a:xfrm>
          <a:off x="6425806" y="1880004"/>
          <a:ext cx="1283568" cy="641784"/>
        </a:xfrm>
        <a:prstGeom prst="roundRect">
          <a:avLst>
            <a:gd name="adj" fmla="val 10000"/>
          </a:avLst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55880" rIns="8382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400" kern="1200">
              <a:latin typeface="Times New Roman" panose="02020603050405020304" pitchFamily="18" charset="0"/>
              <a:cs typeface="Times New Roman" panose="02020603050405020304" pitchFamily="18" charset="0"/>
            </a:rPr>
            <a:t>T4</a:t>
          </a:r>
        </a:p>
      </dsp:txBody>
      <dsp:txXfrm>
        <a:off x="6444603" y="1898801"/>
        <a:ext cx="1245974" cy="604190"/>
      </dsp:txXfrm>
    </dsp:sp>
    <dsp:sp modelId="{60D8BF05-82B5-4848-BCC2-20AA2854DF1F}">
      <dsp:nvSpPr>
        <dsp:cNvPr id="0" name=""/>
        <dsp:cNvSpPr/>
      </dsp:nvSpPr>
      <dsp:spPr>
        <a:xfrm>
          <a:off x="6554163" y="2521788"/>
          <a:ext cx="128356" cy="481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1338"/>
              </a:lnTo>
              <a:lnTo>
                <a:pt x="128356" y="48133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A1C107-6646-40AE-9600-3E6EB93FB0E1}">
      <dsp:nvSpPr>
        <dsp:cNvPr id="0" name=""/>
        <dsp:cNvSpPr/>
      </dsp:nvSpPr>
      <dsp:spPr>
        <a:xfrm>
          <a:off x="6682519" y="2682234"/>
          <a:ext cx="1026854" cy="641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5793037"/>
              <a:satOff val="-14931"/>
              <a:lumOff val="-100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Executre Operation</a:t>
          </a:r>
        </a:p>
      </dsp:txBody>
      <dsp:txXfrm>
        <a:off x="6701316" y="2701031"/>
        <a:ext cx="989260" cy="604190"/>
      </dsp:txXfrm>
    </dsp:sp>
    <dsp:sp modelId="{53BBF7EF-D1D9-4036-82A1-A508E16697FE}">
      <dsp:nvSpPr>
        <dsp:cNvPr id="0" name=""/>
        <dsp:cNvSpPr/>
      </dsp:nvSpPr>
      <dsp:spPr>
        <a:xfrm>
          <a:off x="8030266" y="1880004"/>
          <a:ext cx="1283568" cy="641784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55880" rIns="8382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400" kern="1200">
              <a:latin typeface="Times New Roman" panose="02020603050405020304" pitchFamily="18" charset="0"/>
              <a:cs typeface="Times New Roman" panose="02020603050405020304" pitchFamily="18" charset="0"/>
            </a:rPr>
            <a:t>T5</a:t>
          </a:r>
        </a:p>
      </dsp:txBody>
      <dsp:txXfrm>
        <a:off x="8049063" y="1898801"/>
        <a:ext cx="1245974" cy="604190"/>
      </dsp:txXfrm>
    </dsp:sp>
    <dsp:sp modelId="{91D4A401-1CED-4241-AC74-8E5FC3547045}">
      <dsp:nvSpPr>
        <dsp:cNvPr id="0" name=""/>
        <dsp:cNvSpPr/>
      </dsp:nvSpPr>
      <dsp:spPr>
        <a:xfrm>
          <a:off x="8158623" y="2521788"/>
          <a:ext cx="128356" cy="481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1338"/>
              </a:lnTo>
              <a:lnTo>
                <a:pt x="128356" y="48133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73C91D-1BB5-4298-95B0-25CE04CBE336}">
      <dsp:nvSpPr>
        <dsp:cNvPr id="0" name=""/>
        <dsp:cNvSpPr/>
      </dsp:nvSpPr>
      <dsp:spPr>
        <a:xfrm>
          <a:off x="8286980" y="2682234"/>
          <a:ext cx="1026854" cy="641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Store Results/Update Flags</a:t>
          </a:r>
        </a:p>
      </dsp:txBody>
      <dsp:txXfrm>
        <a:off x="8305777" y="2701031"/>
        <a:ext cx="989260" cy="6041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09ABC3-8C78-4713-8266-72A5906A76E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07664F-CDE9-40A4-B22F-08F955F63F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768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7664F-CDE9-40A4-B22F-08F955F63FE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622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4A67-FC2D-435B-9FB8-B36056700106}" type="datetime1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72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21A6E-2260-4893-ABE2-B21759B2C61E}" type="datetime1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3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DF41D-3264-4E5B-9E3F-2DE4DC3842E2}" type="datetime1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61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9020-BD6A-47DD-8D9D-F1058D8DFBB7}" type="datetime1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297D6-E762-4C70-B477-6A013066E79A}" type="datetime1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281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0E75-4C5D-4774-B78B-1D08C631E4DA}" type="datetime1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87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338BC-DA06-4A70-A478-2B2C6BE9AD07}" type="datetime1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06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1429-D8DE-4D2F-BB29-23AF80727A79}" type="datetime1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45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1B8A-0E93-4222-BBB5-82E5CE777DB3}" type="datetime1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46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91A3C-0FCB-4F5D-81FC-6D5E68759AAE}" type="datetime1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68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87A0-9AB2-4582-8D1C-3E6C9F4F74D1}" type="datetime1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223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2F4D6-5913-4DAD-8AC1-12EB64911B63}" type="datetime1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Anviksha 8 - Bit CPU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9379A-078C-48DD-972C-302DEB4EE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17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microsoft.com/office/2007/relationships/diagramDrawing" Target="../diagrams/drawing5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4.xml"/><Relationship Id="rId12" Type="http://schemas.openxmlformats.org/officeDocument/2006/relationships/diagramColors" Target="../diagrams/colors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11" Type="http://schemas.openxmlformats.org/officeDocument/2006/relationships/diagramQuickStyle" Target="../diagrams/quickStyle5.xml"/><Relationship Id="rId5" Type="http://schemas.openxmlformats.org/officeDocument/2006/relationships/diagramLayout" Target="../diagrams/layout4.xml"/><Relationship Id="rId10" Type="http://schemas.openxmlformats.org/officeDocument/2006/relationships/diagramLayout" Target="../diagrams/layout5.xml"/><Relationship Id="rId4" Type="http://schemas.openxmlformats.org/officeDocument/2006/relationships/diagramData" Target="../diagrams/data4.xml"/><Relationship Id="rId9" Type="http://schemas.openxmlformats.org/officeDocument/2006/relationships/diagramData" Target="../diagrams/data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8E986B-DFCA-5AE1-A9A3-F5C804A50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893763"/>
            <a:ext cx="10668000" cy="2387600"/>
          </a:xfrm>
        </p:spPr>
        <p:txBody>
          <a:bodyPr>
            <a:normAutofit/>
          </a:bodyPr>
          <a:lstStyle/>
          <a:p>
            <a:r>
              <a:rPr lang="en-IN" sz="7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ANVIKSHA 8 – Bit CPU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AA5B8F1-8CD4-29FD-7B9A-EF2CF219B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180398"/>
            <a:ext cx="10668000" cy="1655762"/>
          </a:xfrm>
        </p:spPr>
        <p:txBody>
          <a:bodyPr>
            <a:normAutofit/>
          </a:bodyPr>
          <a:lstStyle/>
          <a:p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“A hardware-level implementation of an 8-bit microprocessor architecture with complete fetch–decode–execute cycle.”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815D12E-D278-B5C0-8725-827FCA7DC1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489" y="0"/>
            <a:ext cx="1429512" cy="142951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AFC82D91-B439-CAFF-6511-97AD24CD4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573114"/>
              </p:ext>
            </p:extLst>
          </p:nvPr>
        </p:nvGraphicFramePr>
        <p:xfrm>
          <a:off x="1958848" y="4067365"/>
          <a:ext cx="81280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xmlns="" val="227564054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xmlns="" val="3748084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034536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THIYANAND M (Team Lead)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4VP23EC050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25695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CHAITHANYA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4VP23EC005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98067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FATHIMATH ANEESHA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4VP23EC010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293394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PREETHA S 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4VP23EC029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622802018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36065422-9DCE-7D2A-12EF-D5287F6F8C01}"/>
              </a:ext>
            </a:extLst>
          </p:cNvPr>
          <p:cNvCxnSpPr/>
          <p:nvPr/>
        </p:nvCxnSpPr>
        <p:spPr>
          <a:xfrm>
            <a:off x="2606040" y="4370832"/>
            <a:ext cx="27249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387B2FB6-EBAB-6DDF-387D-5D37790EE053}"/>
              </a:ext>
            </a:extLst>
          </p:cNvPr>
          <p:cNvCxnSpPr/>
          <p:nvPr/>
        </p:nvCxnSpPr>
        <p:spPr>
          <a:xfrm>
            <a:off x="6772656" y="4370832"/>
            <a:ext cx="27249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object 5">
            <a:extLst>
              <a:ext uri="{FF2B5EF4-FFF2-40B4-BE49-F238E27FC236}">
                <a16:creationId xmlns:a16="http://schemas.microsoft.com/office/drawing/2014/main" xmlns="" id="{B9DE8643-1BB8-3166-FF9F-15718487A78B}"/>
              </a:ext>
            </a:extLst>
          </p:cNvPr>
          <p:cNvSpPr txBox="1">
            <a:spLocks/>
          </p:cNvSpPr>
          <p:nvPr/>
        </p:nvSpPr>
        <p:spPr>
          <a:xfrm>
            <a:off x="3055339" y="191876"/>
            <a:ext cx="6610658" cy="380873"/>
          </a:xfrm>
          <a:prstGeom prst="rect">
            <a:avLst/>
          </a:prstGeom>
        </p:spPr>
        <p:txBody>
          <a:bodyPr vert="horz" wrap="square" lIns="0" tIns="1143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2400" b="1" spc="-75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Vivekananda</a:t>
            </a:r>
            <a:r>
              <a:rPr lang="en-IN" sz="2400" b="1" spc="-105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6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lang="en-IN" sz="2400" b="1" spc="-105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9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IN" sz="2400" b="1" spc="-10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6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IN" sz="2400" b="1" spc="-105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2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400" b="1" spc="-105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55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lang="en-I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xmlns="" id="{6D8F9A09-DE74-5E81-5623-16A189328F04}"/>
              </a:ext>
            </a:extLst>
          </p:cNvPr>
          <p:cNvSpPr txBox="1"/>
          <p:nvPr/>
        </p:nvSpPr>
        <p:spPr>
          <a:xfrm>
            <a:off x="3096416" y="563890"/>
            <a:ext cx="6562808" cy="865622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920115" marR="912495" algn="ctr">
              <a:spcBef>
                <a:spcPts val="490"/>
              </a:spcBef>
            </a:pPr>
            <a:r>
              <a:rPr sz="1600" spc="3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</a:t>
            </a:r>
            <a:r>
              <a:rPr sz="1600" spc="-7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4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sz="1600" spc="-65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8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spc="-65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5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Vivekananda</a:t>
            </a:r>
            <a:r>
              <a:rPr sz="1600" spc="-7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Vidyavardhaka</a:t>
            </a:r>
            <a:r>
              <a:rPr sz="1600" spc="-65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2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Sangha</a:t>
            </a:r>
            <a:r>
              <a:rPr sz="1600" spc="-65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10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Puttur®] </a:t>
            </a:r>
            <a:endParaRPr lang="en-IN" sz="1600" spc="100">
              <a:solidFill>
                <a:srgbClr val="2B2B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115" marR="912495" algn="ctr">
              <a:spcBef>
                <a:spcPts val="490"/>
              </a:spcBef>
            </a:pPr>
            <a:r>
              <a:rPr sz="1600" i="1" spc="-819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5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Affiliated</a:t>
            </a:r>
            <a:r>
              <a:rPr sz="1600" i="1" spc="-7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10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i="1" spc="-6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Visvesvaraya</a:t>
            </a:r>
            <a:r>
              <a:rPr sz="1600" i="1" spc="-6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1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</a:t>
            </a:r>
            <a:r>
              <a:rPr sz="1600" i="1" spc="-6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endParaRPr sz="16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600" i="1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Approved</a:t>
            </a:r>
            <a:r>
              <a:rPr sz="1600" i="1" spc="-7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600" i="1" spc="-6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AICTE</a:t>
            </a:r>
            <a:r>
              <a:rPr sz="1600" i="1" spc="-7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New</a:t>
            </a:r>
            <a:r>
              <a:rPr sz="1600" i="1" spc="-6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Delhi</a:t>
            </a:r>
            <a:r>
              <a:rPr sz="1600" i="1" spc="-7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4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600" i="1" spc="-6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8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Recognised</a:t>
            </a:r>
            <a:r>
              <a:rPr sz="1600" i="1" spc="-7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600" i="1" spc="-6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1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Govt</a:t>
            </a:r>
            <a:r>
              <a:rPr sz="1600" i="1" spc="-7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8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i="1" spc="-6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15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Karnataka</a:t>
            </a:r>
            <a:endParaRPr sz="16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BB7A1EBB-C601-F6B0-6B1E-3E110405926D}"/>
              </a:ext>
            </a:extLst>
          </p:cNvPr>
          <p:cNvSpPr/>
          <p:nvPr/>
        </p:nvSpPr>
        <p:spPr>
          <a:xfrm>
            <a:off x="516716" y="131610"/>
            <a:ext cx="1442132" cy="1429512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16B4E5F-5134-1E1A-E401-4A655E6A5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1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5DCD7F63-1421-F74F-612F-FB0D6269B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</p:spTree>
    <p:extLst>
      <p:ext uri="{BB962C8B-B14F-4D97-AF65-F5344CB8AC3E}">
        <p14:creationId xmlns:p14="http://schemas.microsoft.com/office/powerpoint/2010/main" val="355558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9A30C4-A6B2-101F-BC9D-849D65871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5146"/>
            <a:ext cx="10515600" cy="1325563"/>
          </a:xfrm>
        </p:spPr>
        <p:txBody>
          <a:bodyPr/>
          <a:lstStyle/>
          <a:p>
            <a:r>
              <a:rPr lang="en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0B2835-27F8-5DAE-C823-4760E334B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2232"/>
            <a:ext cx="10515600" cy="1959794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 CPU (Central Processing Unit) is the brain of a Computer.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arithmetic, logic, and control operations.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Modern processors are complex, this project demonstrates the basic working principle.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CBB63DFB-7740-192F-7B49-5D6F6818850F}"/>
              </a:ext>
            </a:extLst>
          </p:cNvPr>
          <p:cNvSpPr txBox="1">
            <a:spLocks/>
          </p:cNvSpPr>
          <p:nvPr/>
        </p:nvSpPr>
        <p:spPr>
          <a:xfrm>
            <a:off x="756920" y="23716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59271A3B-CE23-D635-7084-D95A4D0D487B}"/>
              </a:ext>
            </a:extLst>
          </p:cNvPr>
          <p:cNvSpPr txBox="1">
            <a:spLocks/>
          </p:cNvSpPr>
          <p:nvPr/>
        </p:nvSpPr>
        <p:spPr>
          <a:xfrm>
            <a:off x="756920" y="3429000"/>
            <a:ext cx="10515600" cy="3429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internal architecture of a processor.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theoretical digital concepts practically.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To learn hardware-level instruction execution.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To strengthen knowledge in: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Digital Electronics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930521F-5568-50FB-87A3-5375C0F369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810" y="274321"/>
            <a:ext cx="880870" cy="88087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8CDA7B9-ECE2-64B4-1DB5-9794B53A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203B6C-8421-1732-3DC1-80B24CDE8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</p:spTree>
    <p:extLst>
      <p:ext uri="{BB962C8B-B14F-4D97-AF65-F5344CB8AC3E}">
        <p14:creationId xmlns:p14="http://schemas.microsoft.com/office/powerpoint/2010/main" val="2434847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D40D93D0-D5FB-13C5-9568-B8F2ABADDEF9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116FA60A-641B-9669-B784-23240E66CE5D}"/>
              </a:ext>
            </a:extLst>
          </p:cNvPr>
          <p:cNvSpPr txBox="1">
            <a:spLocks/>
          </p:cNvSpPr>
          <p:nvPr/>
        </p:nvSpPr>
        <p:spPr>
          <a:xfrm>
            <a:off x="838200" y="1057378"/>
            <a:ext cx="10515600" cy="1959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working 8-bit CPU using digital ICs on breadboard.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As per Complex Logics, We can’t directly implement on breadboard, So we will follow Software Implementation (Logisim Evolution &amp; </a:t>
            </a:r>
            <a:r>
              <a:rPr lang="en-IN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Schematic) and Hardware Implementation (IC’s on Breadboard)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8576A33A-DEC5-1AE2-7A6A-AEA1CCC516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810" y="274321"/>
            <a:ext cx="880870" cy="880870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7B131A9D-607C-64A2-C3F5-450D410835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0923361"/>
              </p:ext>
            </p:extLst>
          </p:nvPr>
        </p:nvGraphicFramePr>
        <p:xfrm>
          <a:off x="1092200" y="2600960"/>
          <a:ext cx="7929880" cy="4257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A3A8A6D-E885-05EF-3836-6D120E31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C76A2A-B507-D343-5E38-56E550B7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</p:spTree>
    <p:extLst>
      <p:ext uri="{BB962C8B-B14F-4D97-AF65-F5344CB8AC3E}">
        <p14:creationId xmlns:p14="http://schemas.microsoft.com/office/powerpoint/2010/main" val="2889280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8658E31E-7391-D5B0-00A2-E6869D7C6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2F5F948E-269E-A34F-4208-C2C2216E1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1ACF6D2D-EB6F-8302-5B75-6189C95F1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487716"/>
              </p:ext>
            </p:extLst>
          </p:nvPr>
        </p:nvGraphicFramePr>
        <p:xfrm>
          <a:off x="838200" y="1267926"/>
          <a:ext cx="1051560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xmlns="" val="38508068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7843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5972439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33492190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Our 8-bit CPU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RISC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CISC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12087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Instruction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Fixed (8-bit)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❌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954155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Instruction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Simple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✅ Simple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❌ Complex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04415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Control Unit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Hardwired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❌ Mostly Micro-coded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01415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Execution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Few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✅ Few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❌ Multiple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883376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37FD9FA-3350-6893-6710-40B510FF2C01}"/>
              </a:ext>
            </a:extLst>
          </p:cNvPr>
          <p:cNvSpPr txBox="1"/>
          <p:nvPr/>
        </p:nvSpPr>
        <p:spPr>
          <a:xfrm>
            <a:off x="3018503" y="688339"/>
            <a:ext cx="6154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RISC vs CISC Comparison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B4861B3-3F13-7144-CC91-2050A322AE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810" y="274321"/>
            <a:ext cx="880870" cy="8808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AB92D5B-1A18-C167-6469-5969041B091E}"/>
              </a:ext>
            </a:extLst>
          </p:cNvPr>
          <p:cNvSpPr txBox="1"/>
          <p:nvPr/>
        </p:nvSpPr>
        <p:spPr>
          <a:xfrm>
            <a:off x="4178710" y="447306"/>
            <a:ext cx="3883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Perquisites</a:t>
            </a:r>
          </a:p>
        </p:txBody>
      </p:sp>
    </p:spTree>
    <p:extLst>
      <p:ext uri="{BB962C8B-B14F-4D97-AF65-F5344CB8AC3E}">
        <p14:creationId xmlns:p14="http://schemas.microsoft.com/office/powerpoint/2010/main" val="1121546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DD888EB-8A12-1E61-A528-B7B357DD2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CD4262-5A25-1F95-38E5-5317F47A4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5146"/>
            <a:ext cx="10515600" cy="1325563"/>
          </a:xfrm>
        </p:spPr>
        <p:txBody>
          <a:bodyPr/>
          <a:lstStyle/>
          <a:p>
            <a:r>
              <a:rPr lang="en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CD4B4D-75F7-9AC3-9751-FE95FC932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2232"/>
            <a:ext cx="10515600" cy="580256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Design 8 – Bit Datapath.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Executing Basic Instructions:</a:t>
            </a:r>
          </a:p>
          <a:p>
            <a:pPr marL="457200" lvl="1" indent="0" algn="just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57B00A5-9814-AADF-DD97-9A4F8ED78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810" y="274321"/>
            <a:ext cx="880870" cy="880870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xmlns="" id="{532A90EE-10ED-3241-CBC1-D6D523A5CF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0161259"/>
              </p:ext>
            </p:extLst>
          </p:nvPr>
        </p:nvGraphicFramePr>
        <p:xfrm>
          <a:off x="1081025" y="-474386"/>
          <a:ext cx="971296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xmlns="" id="{FBB3EFCC-30CC-A83F-1DBC-2998C2D7FA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1528866"/>
              </p:ext>
            </p:extLst>
          </p:nvPr>
        </p:nvGraphicFramePr>
        <p:xfrm>
          <a:off x="1081025" y="1698328"/>
          <a:ext cx="971296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6769065-2A40-6D68-6951-6E36BCAA1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87679E7-4850-A1BE-A469-2791727DD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</p:spTree>
    <p:extLst>
      <p:ext uri="{BB962C8B-B14F-4D97-AF65-F5344CB8AC3E}">
        <p14:creationId xmlns:p14="http://schemas.microsoft.com/office/powerpoint/2010/main" val="358480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D84F96-C9A8-E185-CB0A-A128B8A2D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4649CE-CC3F-A9CB-03F2-9BB5A97D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5146"/>
            <a:ext cx="10515600" cy="1325563"/>
          </a:xfrm>
        </p:spPr>
        <p:txBody>
          <a:bodyPr/>
          <a:lstStyle/>
          <a:p>
            <a:r>
              <a:rPr lang="en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Diagram: </a:t>
            </a:r>
            <a:r>
              <a:rPr lang="en-I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Same as CPU Architecture</a:t>
            </a:r>
            <a:endParaRPr lang="en-I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59CD55FC-5CD9-89B3-ABD4-CE3892E22F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810" y="274321"/>
            <a:ext cx="880870" cy="880870"/>
          </a:xfrm>
          <a:prstGeom prst="rect">
            <a:avLst/>
          </a:prstGeom>
        </p:spPr>
      </p:pic>
      <p:pic>
        <p:nvPicPr>
          <p:cNvPr id="6" name="Image1">
            <a:extLst>
              <a:ext uri="{FF2B5EF4-FFF2-40B4-BE49-F238E27FC236}">
                <a16:creationId xmlns:a16="http://schemas.microsoft.com/office/drawing/2014/main" xmlns="" id="{CB4681F0-A82C-9B4C-12E9-78CDB568821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273" y="979055"/>
            <a:ext cx="7987607" cy="5274824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A881636-57AD-E820-6D24-3AC7C186B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9181C00-011C-D5AC-FE53-F7B82D79A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</p:spTree>
    <p:extLst>
      <p:ext uri="{BB962C8B-B14F-4D97-AF65-F5344CB8AC3E}">
        <p14:creationId xmlns:p14="http://schemas.microsoft.com/office/powerpoint/2010/main" val="87852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6A5927-4F9C-3C7C-271D-32B06E4A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14DA7-D486-D870-B882-9A90BC301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5146"/>
            <a:ext cx="10515600" cy="1325563"/>
          </a:xfrm>
        </p:spPr>
        <p:txBody>
          <a:bodyPr/>
          <a:lstStyle/>
          <a:p>
            <a:r>
              <a:rPr lang="en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Bus Architecture: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62C3355-4696-710C-3CAC-2D13047B98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810" y="274321"/>
            <a:ext cx="880870" cy="8808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49798E1-C747-28F5-E944-985446BBD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414" y="1099531"/>
            <a:ext cx="6746183" cy="522204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5AAF0F64-72C2-43ED-1150-397A6454F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EDCF657-60E8-B95C-CFF4-754749C45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</p:spTree>
    <p:extLst>
      <p:ext uri="{BB962C8B-B14F-4D97-AF65-F5344CB8AC3E}">
        <p14:creationId xmlns:p14="http://schemas.microsoft.com/office/powerpoint/2010/main" val="5133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71B90E2-2872-027A-665E-504F3901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58B2ED-89DE-164D-3E2D-63A7FF6AA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5146"/>
            <a:ext cx="10515600" cy="1325563"/>
          </a:xfrm>
        </p:spPr>
        <p:txBody>
          <a:bodyPr/>
          <a:lstStyle/>
          <a:p>
            <a:r>
              <a:rPr lang="en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Arithmetic Logic Unit: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C1A5863-218B-90C4-9198-2FDE7873FE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810" y="274321"/>
            <a:ext cx="880870" cy="8808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49E7C9C-53C2-FA7A-1380-382EA2F71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419" y="816076"/>
            <a:ext cx="6502934" cy="56124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98B23EE-5753-5A1D-BA2D-58D9CBA7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89FC6A-6C3A-6452-63DE-8A40B5EF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</p:spTree>
    <p:extLst>
      <p:ext uri="{BB962C8B-B14F-4D97-AF65-F5344CB8AC3E}">
        <p14:creationId xmlns:p14="http://schemas.microsoft.com/office/powerpoint/2010/main" val="48878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2C8B18-792A-0A81-257A-B28F4D02D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53E2B8-CA7B-3A65-82CB-9A474AFB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5146"/>
            <a:ext cx="10515600" cy="1325563"/>
          </a:xfrm>
        </p:spPr>
        <p:txBody>
          <a:bodyPr/>
          <a:lstStyle/>
          <a:p>
            <a:r>
              <a:rPr lang="en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Control Unit: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A7F3EF7-2F94-04D2-835F-28A3B915DC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810" y="274321"/>
            <a:ext cx="880870" cy="8808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DC17318-1A9B-1957-A2C5-2A1556ECA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273" y="1155191"/>
            <a:ext cx="8327927" cy="500655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BF900BC-D929-9A6A-8A67-2FD650D59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3DEC21D-D866-B500-6C0A-B41219A5E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</p:spTree>
    <p:extLst>
      <p:ext uri="{BB962C8B-B14F-4D97-AF65-F5344CB8AC3E}">
        <p14:creationId xmlns:p14="http://schemas.microsoft.com/office/powerpoint/2010/main" val="384014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52C2AE3-952B-8716-B798-5C5445830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A8F224-0C2D-2655-7ACC-08A1EC8D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5146"/>
            <a:ext cx="10515600" cy="1325563"/>
          </a:xfrm>
        </p:spPr>
        <p:txBody>
          <a:bodyPr/>
          <a:lstStyle/>
          <a:p>
            <a:r>
              <a:rPr lang="en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Instruction Cycle: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6D8CA2C-CB58-3B32-BBDB-BF2E0CE2CA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810" y="274321"/>
            <a:ext cx="880870" cy="880870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1BE75910-EB01-22F8-6326-DFB8062F7E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8523479"/>
              </p:ext>
            </p:extLst>
          </p:nvPr>
        </p:nvGraphicFramePr>
        <p:xfrm>
          <a:off x="3802247" y="3239356"/>
          <a:ext cx="5680965" cy="3185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010FD20-A86C-F039-E7B6-5336D42CD567}"/>
              </a:ext>
            </a:extLst>
          </p:cNvPr>
          <p:cNvSpPr txBox="1"/>
          <p:nvPr/>
        </p:nvSpPr>
        <p:spPr>
          <a:xfrm>
            <a:off x="838200" y="906972"/>
            <a:ext cx="793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We have designed 6 T – States accordingly,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xmlns="" id="{27794DCC-3584-85EE-CFB8-18DC549AB6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8907104"/>
              </p:ext>
            </p:extLst>
          </p:nvPr>
        </p:nvGraphicFramePr>
        <p:xfrm>
          <a:off x="583185" y="-205311"/>
          <a:ext cx="9321800" cy="6006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1CE4AA8D-19FC-E908-AE31-4D56F2221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016011"/>
              </p:ext>
            </p:extLst>
          </p:nvPr>
        </p:nvGraphicFramePr>
        <p:xfrm>
          <a:off x="838200" y="4119281"/>
          <a:ext cx="4077929" cy="2389672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1091767">
                  <a:extLst>
                    <a:ext uri="{9D8B030D-6E8A-4147-A177-3AD203B41FA5}">
                      <a16:colId xmlns:a16="http://schemas.microsoft.com/office/drawing/2014/main" xmlns="" val="1150595562"/>
                    </a:ext>
                  </a:extLst>
                </a:gridCol>
                <a:gridCol w="1233919">
                  <a:extLst>
                    <a:ext uri="{9D8B030D-6E8A-4147-A177-3AD203B41FA5}">
                      <a16:colId xmlns:a16="http://schemas.microsoft.com/office/drawing/2014/main" xmlns="" val="1839645436"/>
                    </a:ext>
                  </a:extLst>
                </a:gridCol>
                <a:gridCol w="1752243">
                  <a:extLst>
                    <a:ext uri="{9D8B030D-6E8A-4147-A177-3AD203B41FA5}">
                      <a16:colId xmlns:a16="http://schemas.microsoft.com/office/drawing/2014/main" xmlns="" val="2806443338"/>
                    </a:ext>
                  </a:extLst>
                </a:gridCol>
              </a:tblGrid>
              <a:tr h="298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Opcode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77840223"/>
                  </a:ext>
                </a:extLst>
              </a:tr>
              <a:tr h="298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NOP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 nothing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38255499"/>
                  </a:ext>
                </a:extLst>
              </a:tr>
              <a:tr h="298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0001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LDA addr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RAM → A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912189112"/>
                  </a:ext>
                </a:extLst>
              </a:tr>
              <a:tr h="298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0010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addr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← A + RAM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46004447"/>
                  </a:ext>
                </a:extLst>
              </a:tr>
              <a:tr h="298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0011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 addr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← A − RAM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457355711"/>
                  </a:ext>
                </a:extLst>
              </a:tr>
              <a:tr h="298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0100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 </a:t>
                      </a:r>
                      <a:r>
                        <a:rPr lang="en-US" sz="1000" b="1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A → RAM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42139112"/>
                  </a:ext>
                </a:extLst>
              </a:tr>
              <a:tr h="298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0101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A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57423725"/>
                  </a:ext>
                </a:extLst>
              </a:tr>
              <a:tr h="298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HLT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Halt CPU</a:t>
                      </a:r>
                      <a:endParaRPr lang="en-IN" sz="10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47841571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1306081-9EEF-9A44-7237-B4BAEA47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10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7DB2182-DB29-7059-160B-32C2487D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</p:spTree>
    <p:extLst>
      <p:ext uri="{BB962C8B-B14F-4D97-AF65-F5344CB8AC3E}">
        <p14:creationId xmlns:p14="http://schemas.microsoft.com/office/powerpoint/2010/main" val="203745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81EE2DD-2F3C-95B0-0903-85CCAF8EA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F1F982-DF88-6091-9188-3F1FB6CF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5146"/>
            <a:ext cx="10515600" cy="1325563"/>
          </a:xfrm>
        </p:spPr>
        <p:txBody>
          <a:bodyPr/>
          <a:lstStyle/>
          <a:p>
            <a:r>
              <a:rPr lang="en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0F3A8E-73D7-7AF1-4B28-93944AE78E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810" y="274321"/>
            <a:ext cx="880870" cy="88087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8C97D13-6A6E-6E77-6003-AB7E7EA5DEEE}"/>
              </a:ext>
            </a:extLst>
          </p:cNvPr>
          <p:cNvSpPr txBox="1"/>
          <p:nvPr/>
        </p:nvSpPr>
        <p:spPr>
          <a:xfrm>
            <a:off x="838200" y="924232"/>
            <a:ext cx="84631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Purposes.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Processor Architecture.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For: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 Design.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FPGA Design.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ASIC Design.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1CF88C0-93BA-A42C-DF28-AA14C980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11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29634EE-1027-78FE-F2DE-4BAF8719D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</p:spTree>
    <p:extLst>
      <p:ext uri="{BB962C8B-B14F-4D97-AF65-F5344CB8AC3E}">
        <p14:creationId xmlns:p14="http://schemas.microsoft.com/office/powerpoint/2010/main" val="355138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F2C35-94C6-3AE0-E612-79B132F94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008"/>
            <a:ext cx="9144000" cy="1287871"/>
          </a:xfrm>
        </p:spPr>
        <p:txBody>
          <a:bodyPr>
            <a:normAutofit/>
          </a:bodyPr>
          <a:lstStyle/>
          <a:p>
            <a:r>
              <a:rPr lang="en-IN" sz="6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Questions!!!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B23E8E3-C5C8-B54B-E068-B2C49AC12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06955"/>
            <a:ext cx="9144000" cy="1655762"/>
          </a:xfrm>
        </p:spPr>
        <p:txBody>
          <a:bodyPr>
            <a:normAutofit/>
          </a:bodyPr>
          <a:lstStyle/>
          <a:p>
            <a:r>
              <a:rPr lang="en-I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Please give us Feedback, We hope maintained professional Dignitaries…</a:t>
            </a:r>
            <a:br>
              <a:rPr lang="en-I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 Everyone!!</a:t>
            </a:r>
            <a:br>
              <a:rPr lang="en-I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Soon we will come with our own CPU Design…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676659-62AD-4D79-E69F-173BB25D0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Anviksha 8 - Bit CPU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676AC51-8919-2926-F56E-704BED7F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79A-078C-48DD-972C-302DEB4EE05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97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405</TotalTime>
  <Words>528</Words>
  <Application>Microsoft Office PowerPoint</Application>
  <PresentationFormat>Widescreen</PresentationFormat>
  <Paragraphs>160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SimSun</vt:lpstr>
      <vt:lpstr>Arial</vt:lpstr>
      <vt:lpstr>Calibri</vt:lpstr>
      <vt:lpstr>Times New Roman</vt:lpstr>
      <vt:lpstr>Wingdings</vt:lpstr>
      <vt:lpstr>Office Theme</vt:lpstr>
      <vt:lpstr>ANVIKSHA 8 – Bit CPU</vt:lpstr>
      <vt:lpstr>Introduction:</vt:lpstr>
      <vt:lpstr>PowerPoint Presentation</vt:lpstr>
      <vt:lpstr>PowerPoint Presentation</vt:lpstr>
      <vt:lpstr>Project Objective:</vt:lpstr>
      <vt:lpstr>Block Diagram: Same as CPU Architecture</vt:lpstr>
      <vt:lpstr>Data Bus Architecture:</vt:lpstr>
      <vt:lpstr>Arithmetic Logic Unit:</vt:lpstr>
      <vt:lpstr>Control Unit:</vt:lpstr>
      <vt:lpstr>Instruction Cycle:</vt:lpstr>
      <vt:lpstr>Applications:</vt:lpstr>
      <vt:lpstr>Any Questions!!!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ANVIKSHA 8 – Bit CPU</dc:title>
  <dc:creator>Thiyanand M</dc:creator>
  <cp:lastModifiedBy>Microsoft account</cp:lastModifiedBy>
  <cp:revision>4</cp:revision>
  <dcterms:created xsi:type="dcterms:W3CDTF">2026-02-11T09:45:52Z</dcterms:created>
  <dcterms:modified xsi:type="dcterms:W3CDTF">2026-07-31T15:02:28Z</dcterms:modified>
</cp:coreProperties>
</file>